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1.xml" ContentType="application/vnd.ms-office.chartstyle+xml"/>
  <Override PartName="/ppt/charts/colors1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AB8"/>
    <a:srgbClr val="E41C1C"/>
    <a:srgbClr val="18A303"/>
    <a:srgbClr val="50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>
      <p:cViewPr>
        <p:scale>
          <a:sx n="157" d="100"/>
          <a:sy n="157" d="100"/>
        </p:scale>
        <p:origin x="-294" y="-4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Оценка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C00000">
                  <a:alpha val="70000"/>
                </a:srgb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BD0A-4068-B2F0-04129B3F36C6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>
                  <a:alpha val="70000"/>
                </a:srgb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BD0A-4068-B2F0-04129B3F36C6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D0A-4068-B2F0-04129B3F36C6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BD0A-4068-B2F0-04129B3F36C6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</c:spPr>
          </c:dPt>
          <c:dLbls>
            <c:txPr>
              <a:bodyPr rot="0" vert="horz"/>
              <a:lstStyle/>
              <a:p>
                <a:pPr>
                  <a:defRPr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Лист1!$A$2:$A$6</c:f>
              <c:strCache>
                <c:ptCount val="5"/>
                <c:pt idx="0">
                  <c:v>Mozilla Firefox</c:v>
                </c:pt>
                <c:pt idx="1">
                  <c:v>Яндекс Браузер</c:v>
                </c:pt>
                <c:pt idx="2">
                  <c:v>Google Chrome</c:v>
                </c:pt>
                <c:pt idx="3">
                  <c:v>Safari</c:v>
                </c:pt>
                <c:pt idx="4">
                  <c:v>Opera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D0A-4068-B2F0-04129B3F36C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53327872"/>
        <c:axId val="153345024"/>
      </c:barChart>
      <c:catAx>
        <c:axId val="15332787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 rot="-60000000" vert="horz"/>
          <a:lstStyle/>
          <a:p>
            <a:pPr>
              <a:defRPr/>
            </a:pPr>
            <a:endParaRPr lang="ru-RU"/>
          </a:p>
        </c:txPr>
        <c:crossAx val="153345024"/>
        <c:crosses val="autoZero"/>
        <c:auto val="1"/>
        <c:lblAlgn val="ctr"/>
        <c:lblOffset val="100"/>
        <c:noMultiLvlLbl val="0"/>
      </c:catAx>
      <c:valAx>
        <c:axId val="1533450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3327872"/>
        <c:crosses val="autoZero"/>
        <c:crossBetween val="between"/>
      </c:valAx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>
          <a:latin typeface="Arial" pitchFamily="34" charset="0"/>
          <a:cs typeface="Arial" pitchFamily="34" charset="0"/>
        </a:defRPr>
      </a:pPr>
      <a:endParaRPr lang="ru-RU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7E9B54-FD6F-40C6-9B58-2E738CFE9023}" type="doc">
      <dgm:prSet loTypeId="urn:microsoft.com/office/officeart/2005/8/layout/pList1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6626DB0-A858-449E-88F9-5093F755D8E8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Google Chrome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C70C77FB-CC33-4541-809A-9971912921B4}" type="parTrans" cxnId="{9C89C9B0-FBBF-4A97-BF49-D921A27DE6F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67A4BEC7-E8C3-419F-AD23-5F1FD447413B}" type="sibTrans" cxnId="{9C89C9B0-FBBF-4A97-BF49-D921A27DE6F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A41DDFEF-B24C-49C7-B8F6-11F33F7315CD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Mozilla Firefox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A76B67F8-9970-4D28-8481-2B479BA28FA9}" type="parTrans" cxnId="{B2A85A3D-6A61-40EE-B46A-5D6C1AA05342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FF76118E-A52E-44A7-98E9-705B73E2423B}" type="sibTrans" cxnId="{B2A85A3D-6A61-40EE-B46A-5D6C1AA05342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7E110E16-8E7F-4873-A9E6-59BA88C48B82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Safari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1B3B2160-1CC1-40A0-9A40-F81B267D92A2}" type="parTrans" cxnId="{68576F09-AA52-415C-B063-FC6F68A40C4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C16317AC-037B-478C-90F3-D06FFC38F276}" type="sibTrans" cxnId="{68576F09-AA52-415C-B063-FC6F68A40C4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A6007DF0-90B2-4910-920C-266F19700ED5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Microsoft Edge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3EEE135E-C9C5-44E2-9889-A097CC7F4D7A}" type="parTrans" cxnId="{EA9E7164-D28D-437A-B325-1FDE7893EA85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8F3A7B01-BCED-45F6-894D-3C3C588BFB1F}" type="sibTrans" cxnId="{EA9E7164-D28D-437A-B325-1FDE7893EA85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575DA36E-2E71-4139-964A-645693C1B1B8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Opera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D811859-A4F8-4620-AD34-C23086A11962}" type="parTrans" cxnId="{7590DA15-4D52-4088-9FD8-05E84861FB0D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F8B4AA30-440E-4D55-89F7-ED726935C7E9}" type="sibTrans" cxnId="{7590DA15-4D52-4088-9FD8-05E84861FB0D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9CFB2FEF-0936-412B-ACB8-21369382C4F8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Яндекс Браузер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8405388D-973A-4E06-8F3E-2EB6C5FF9281}" type="parTrans" cxnId="{65815613-7DA6-4DBA-99B5-E78A1A7857CB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DFE8B0A6-9372-4C7D-AE01-241CFD332CAA}" type="sibTrans" cxnId="{65815613-7DA6-4DBA-99B5-E78A1A7857CB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734AC3AA-D5B5-4E36-869B-430D857AD943}" type="pres">
      <dgm:prSet presAssocID="{E57E9B54-FD6F-40C6-9B58-2E738CFE9023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93AAEC2-2692-47CD-818F-E86F3CC1DC7E}" type="pres">
      <dgm:prSet presAssocID="{36626DB0-A858-449E-88F9-5093F755D8E8}" presName="compNode" presStyleCnt="0"/>
      <dgm:spPr/>
    </dgm:pt>
    <dgm:pt modelId="{4BAAB911-B20E-49A3-9244-035E218D8394}" type="pres">
      <dgm:prSet presAssocID="{36626DB0-A858-449E-88F9-5093F755D8E8}" presName="pictRect" presStyleLbl="node1" presStyleIdx="0" presStyleCnt="6"/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5128" t="-612" r="15128" b="-612"/>
          </a:stretch>
        </a:blipFill>
        <a:ln>
          <a:noFill/>
        </a:ln>
      </dgm:spPr>
      <dgm:t>
        <a:bodyPr/>
        <a:lstStyle/>
        <a:p>
          <a:endParaRPr lang="ru-RU"/>
        </a:p>
      </dgm:t>
    </dgm:pt>
    <dgm:pt modelId="{5BF47949-C0E1-4490-97A3-606F6DC1E952}" type="pres">
      <dgm:prSet presAssocID="{36626DB0-A858-449E-88F9-5093F755D8E8}" presName="textRect" presStyleLbl="revTx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C4CFCFE-989B-444B-9E49-BBAC988D8BB9}" type="pres">
      <dgm:prSet presAssocID="{67A4BEC7-E8C3-419F-AD23-5F1FD447413B}" presName="sibTrans" presStyleLbl="sibTrans2D1" presStyleIdx="0" presStyleCnt="0"/>
      <dgm:spPr/>
      <dgm:t>
        <a:bodyPr/>
        <a:lstStyle/>
        <a:p>
          <a:endParaRPr lang="ru-RU"/>
        </a:p>
      </dgm:t>
    </dgm:pt>
    <dgm:pt modelId="{2993C1FB-DEC2-4B45-AE56-F983AA53BD82}" type="pres">
      <dgm:prSet presAssocID="{A41DDFEF-B24C-49C7-B8F6-11F33F7315CD}" presName="compNode" presStyleCnt="0"/>
      <dgm:spPr/>
    </dgm:pt>
    <dgm:pt modelId="{729F1A46-D11B-4336-8E5D-FFF29F38A9B4}" type="pres">
      <dgm:prSet presAssocID="{A41DDFEF-B24C-49C7-B8F6-11F33F7315CD}" presName="pictRect" presStyleLbl="node1" presStyleIdx="1" presStyleCnt="6"/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5128" t="-612" r="15128" b="-612"/>
          </a:stretch>
        </a:blipFill>
        <a:ln>
          <a:noFill/>
        </a:ln>
      </dgm:spPr>
      <dgm:t>
        <a:bodyPr/>
        <a:lstStyle/>
        <a:p>
          <a:endParaRPr lang="ru-RU"/>
        </a:p>
      </dgm:t>
    </dgm:pt>
    <dgm:pt modelId="{AEDA3A0E-C9B2-4F74-A3BA-227070228003}" type="pres">
      <dgm:prSet presAssocID="{A41DDFEF-B24C-49C7-B8F6-11F33F7315CD}" presName="textRect" presStyleLbl="revTx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ADD3DF0-3E72-4927-B66E-886971F30229}" type="pres">
      <dgm:prSet presAssocID="{FF76118E-A52E-44A7-98E9-705B73E2423B}" presName="sibTrans" presStyleLbl="sibTrans2D1" presStyleIdx="0" presStyleCnt="0"/>
      <dgm:spPr/>
      <dgm:t>
        <a:bodyPr/>
        <a:lstStyle/>
        <a:p>
          <a:endParaRPr lang="ru-RU"/>
        </a:p>
      </dgm:t>
    </dgm:pt>
    <dgm:pt modelId="{23AB8A91-0E6A-4DDD-B443-131FC91DB8B5}" type="pres">
      <dgm:prSet presAssocID="{7E110E16-8E7F-4873-A9E6-59BA88C48B82}" presName="compNode" presStyleCnt="0"/>
      <dgm:spPr/>
    </dgm:pt>
    <dgm:pt modelId="{42404FA5-E74A-4D32-B5BA-2521EA870439}" type="pres">
      <dgm:prSet presAssocID="{7E110E16-8E7F-4873-A9E6-59BA88C48B82}" presName="pictRect" presStyleLbl="node1" presStyleIdx="2" presStyleCnt="6"/>
      <dgm:spPr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5128" t="-612" r="15128" b="-612"/>
          </a:stretch>
        </a:blipFill>
        <a:ln>
          <a:noFill/>
        </a:ln>
      </dgm:spPr>
      <dgm:t>
        <a:bodyPr/>
        <a:lstStyle/>
        <a:p>
          <a:endParaRPr lang="ru-RU"/>
        </a:p>
      </dgm:t>
    </dgm:pt>
    <dgm:pt modelId="{EB56B7AC-7382-42BC-93F0-44EC9C9E45B1}" type="pres">
      <dgm:prSet presAssocID="{7E110E16-8E7F-4873-A9E6-59BA88C48B82}" presName="textRect" presStyleLbl="revTx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C0E08C1-5289-4A10-9BD2-99A7C8C6CD79}" type="pres">
      <dgm:prSet presAssocID="{C16317AC-037B-478C-90F3-D06FFC38F276}" presName="sibTrans" presStyleLbl="sibTrans2D1" presStyleIdx="0" presStyleCnt="0"/>
      <dgm:spPr/>
      <dgm:t>
        <a:bodyPr/>
        <a:lstStyle/>
        <a:p>
          <a:endParaRPr lang="ru-RU"/>
        </a:p>
      </dgm:t>
    </dgm:pt>
    <dgm:pt modelId="{0A2FB190-99E4-4487-A8CB-E6D7103010A4}" type="pres">
      <dgm:prSet presAssocID="{A6007DF0-90B2-4910-920C-266F19700ED5}" presName="compNode" presStyleCnt="0"/>
      <dgm:spPr/>
    </dgm:pt>
    <dgm:pt modelId="{CA3FD217-3E33-4259-ADD6-74E26FEFE419}" type="pres">
      <dgm:prSet presAssocID="{A6007DF0-90B2-4910-920C-266F19700ED5}" presName="pictRect" presStyleLbl="node1" presStyleIdx="3" presStyleCnt="6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6644" t="1589" r="16644" b="1589"/>
          </a:stretch>
        </a:blipFill>
        <a:ln>
          <a:noFill/>
        </a:ln>
      </dgm:spPr>
      <dgm:t>
        <a:bodyPr/>
        <a:lstStyle/>
        <a:p>
          <a:endParaRPr lang="ru-RU"/>
        </a:p>
      </dgm:t>
    </dgm:pt>
    <dgm:pt modelId="{0E1D1A48-2B37-48B0-B86E-1B97606294A1}" type="pres">
      <dgm:prSet presAssocID="{A6007DF0-90B2-4910-920C-266F19700ED5}" presName="textRect" presStyleLbl="revTx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FEA112B-3C06-4A73-87E9-24D5D923064D}" type="pres">
      <dgm:prSet presAssocID="{8F3A7B01-BCED-45F6-894D-3C3C588BFB1F}" presName="sibTrans" presStyleLbl="sibTrans2D1" presStyleIdx="0" presStyleCnt="0"/>
      <dgm:spPr/>
      <dgm:t>
        <a:bodyPr/>
        <a:lstStyle/>
        <a:p>
          <a:endParaRPr lang="ru-RU"/>
        </a:p>
      </dgm:t>
    </dgm:pt>
    <dgm:pt modelId="{E25E02AA-30CB-4F00-9CD8-C91E53A4A9EE}" type="pres">
      <dgm:prSet presAssocID="{575DA36E-2E71-4139-964A-645693C1B1B8}" presName="compNode" presStyleCnt="0"/>
      <dgm:spPr/>
    </dgm:pt>
    <dgm:pt modelId="{11DD2A19-5091-44D5-9190-020C3C26364F}" type="pres">
      <dgm:prSet presAssocID="{575DA36E-2E71-4139-964A-645693C1B1B8}" presName="pictRect" presStyleLbl="node1" presStyleIdx="4" presStyleCnt="6" custScaleX="100150"/>
      <dgm:spPr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6694" t="1589" r="16694" b="1589"/>
          </a:stretch>
        </a:blipFill>
        <a:ln>
          <a:noFill/>
        </a:ln>
      </dgm:spPr>
      <dgm:t>
        <a:bodyPr/>
        <a:lstStyle/>
        <a:p>
          <a:endParaRPr lang="ru-RU"/>
        </a:p>
      </dgm:t>
    </dgm:pt>
    <dgm:pt modelId="{407439FD-E77C-485B-8478-CB7AA97B96DC}" type="pres">
      <dgm:prSet presAssocID="{575DA36E-2E71-4139-964A-645693C1B1B8}" presName="textRect" presStyleLbl="revTx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5D0038-F7CE-4FB1-BD3C-079FCBD4F5C4}" type="pres">
      <dgm:prSet presAssocID="{F8B4AA30-440E-4D55-89F7-ED726935C7E9}" presName="sibTrans" presStyleLbl="sibTrans2D1" presStyleIdx="0" presStyleCnt="0"/>
      <dgm:spPr/>
      <dgm:t>
        <a:bodyPr/>
        <a:lstStyle/>
        <a:p>
          <a:endParaRPr lang="ru-RU"/>
        </a:p>
      </dgm:t>
    </dgm:pt>
    <dgm:pt modelId="{7730F8FC-8ED2-4F53-BA82-BB8053632A89}" type="pres">
      <dgm:prSet presAssocID="{9CFB2FEF-0936-412B-ACB8-21369382C4F8}" presName="compNode" presStyleCnt="0"/>
      <dgm:spPr/>
    </dgm:pt>
    <dgm:pt modelId="{9FF3459B-D167-479E-93D2-6AF068DD49E1}" type="pres">
      <dgm:prSet presAssocID="{9CFB2FEF-0936-412B-ACB8-21369382C4F8}" presName="pictRect" presStyleLbl="node1" presStyleIdx="5" presStyleCnt="6"/>
      <dgm:spPr>
        <a:blipFill dpi="0" rotWithShape="1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5128" t="-612" r="15128" b="-612"/>
          </a:stretch>
        </a:blipFill>
        <a:ln>
          <a:noFill/>
        </a:ln>
      </dgm:spPr>
    </dgm:pt>
    <dgm:pt modelId="{18F42472-F588-4676-924A-7B21D13B4777}" type="pres">
      <dgm:prSet presAssocID="{9CFB2FEF-0936-412B-ACB8-21369382C4F8}" presName="textRect" presStyleLbl="revTx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E100F6F-06FD-4ACD-8643-7688E6F2AD3C}" type="presOf" srcId="{E57E9B54-FD6F-40C6-9B58-2E738CFE9023}" destId="{734AC3AA-D5B5-4E36-869B-430D857AD943}" srcOrd="0" destOrd="0" presId="urn:microsoft.com/office/officeart/2005/8/layout/pList1"/>
    <dgm:cxn modelId="{84E1C049-E2C3-4A33-9C17-F194AA9A196A}" type="presOf" srcId="{FF76118E-A52E-44A7-98E9-705B73E2423B}" destId="{0ADD3DF0-3E72-4927-B66E-886971F30229}" srcOrd="0" destOrd="0" presId="urn:microsoft.com/office/officeart/2005/8/layout/pList1"/>
    <dgm:cxn modelId="{09DEF1BC-5E48-4D9A-BF1F-42EEF39CC5F7}" type="presOf" srcId="{A6007DF0-90B2-4910-920C-266F19700ED5}" destId="{0E1D1A48-2B37-48B0-B86E-1B97606294A1}" srcOrd="0" destOrd="0" presId="urn:microsoft.com/office/officeart/2005/8/layout/pList1"/>
    <dgm:cxn modelId="{EA9E7164-D28D-437A-B325-1FDE7893EA85}" srcId="{E57E9B54-FD6F-40C6-9B58-2E738CFE9023}" destId="{A6007DF0-90B2-4910-920C-266F19700ED5}" srcOrd="3" destOrd="0" parTransId="{3EEE135E-C9C5-44E2-9889-A097CC7F4D7A}" sibTransId="{8F3A7B01-BCED-45F6-894D-3C3C588BFB1F}"/>
    <dgm:cxn modelId="{E633AC64-DB9C-4D34-86E7-2C407C1F457A}" type="presOf" srcId="{36626DB0-A858-449E-88F9-5093F755D8E8}" destId="{5BF47949-C0E1-4490-97A3-606F6DC1E952}" srcOrd="0" destOrd="0" presId="urn:microsoft.com/office/officeart/2005/8/layout/pList1"/>
    <dgm:cxn modelId="{BBAB93D7-006E-4EF1-9585-946B64D299CC}" type="presOf" srcId="{67A4BEC7-E8C3-419F-AD23-5F1FD447413B}" destId="{9C4CFCFE-989B-444B-9E49-BBAC988D8BB9}" srcOrd="0" destOrd="0" presId="urn:microsoft.com/office/officeart/2005/8/layout/pList1"/>
    <dgm:cxn modelId="{9C89C9B0-FBBF-4A97-BF49-D921A27DE6F7}" srcId="{E57E9B54-FD6F-40C6-9B58-2E738CFE9023}" destId="{36626DB0-A858-449E-88F9-5093F755D8E8}" srcOrd="0" destOrd="0" parTransId="{C70C77FB-CC33-4541-809A-9971912921B4}" sibTransId="{67A4BEC7-E8C3-419F-AD23-5F1FD447413B}"/>
    <dgm:cxn modelId="{B6B730F0-A6E5-4446-829E-AF25A03EE737}" type="presOf" srcId="{7E110E16-8E7F-4873-A9E6-59BA88C48B82}" destId="{EB56B7AC-7382-42BC-93F0-44EC9C9E45B1}" srcOrd="0" destOrd="0" presId="urn:microsoft.com/office/officeart/2005/8/layout/pList1"/>
    <dgm:cxn modelId="{CDC90762-0836-4E34-8486-E3472ADB9E35}" type="presOf" srcId="{A41DDFEF-B24C-49C7-B8F6-11F33F7315CD}" destId="{AEDA3A0E-C9B2-4F74-A3BA-227070228003}" srcOrd="0" destOrd="0" presId="urn:microsoft.com/office/officeart/2005/8/layout/pList1"/>
    <dgm:cxn modelId="{65815613-7DA6-4DBA-99B5-E78A1A7857CB}" srcId="{E57E9B54-FD6F-40C6-9B58-2E738CFE9023}" destId="{9CFB2FEF-0936-412B-ACB8-21369382C4F8}" srcOrd="5" destOrd="0" parTransId="{8405388D-973A-4E06-8F3E-2EB6C5FF9281}" sibTransId="{DFE8B0A6-9372-4C7D-AE01-241CFD332CAA}"/>
    <dgm:cxn modelId="{6EEA051B-159C-46B4-A7C4-E0BDF1C461D8}" type="presOf" srcId="{9CFB2FEF-0936-412B-ACB8-21369382C4F8}" destId="{18F42472-F588-4676-924A-7B21D13B4777}" srcOrd="0" destOrd="0" presId="urn:microsoft.com/office/officeart/2005/8/layout/pList1"/>
    <dgm:cxn modelId="{B2A85A3D-6A61-40EE-B46A-5D6C1AA05342}" srcId="{E57E9B54-FD6F-40C6-9B58-2E738CFE9023}" destId="{A41DDFEF-B24C-49C7-B8F6-11F33F7315CD}" srcOrd="1" destOrd="0" parTransId="{A76B67F8-9970-4D28-8481-2B479BA28FA9}" sibTransId="{FF76118E-A52E-44A7-98E9-705B73E2423B}"/>
    <dgm:cxn modelId="{68576F09-AA52-415C-B063-FC6F68A40C49}" srcId="{E57E9B54-FD6F-40C6-9B58-2E738CFE9023}" destId="{7E110E16-8E7F-4873-A9E6-59BA88C48B82}" srcOrd="2" destOrd="0" parTransId="{1B3B2160-1CC1-40A0-9A40-F81B267D92A2}" sibTransId="{C16317AC-037B-478C-90F3-D06FFC38F276}"/>
    <dgm:cxn modelId="{73E25587-8F05-455F-83E9-64FC0FC2A9F8}" type="presOf" srcId="{575DA36E-2E71-4139-964A-645693C1B1B8}" destId="{407439FD-E77C-485B-8478-CB7AA97B96DC}" srcOrd="0" destOrd="0" presId="urn:microsoft.com/office/officeart/2005/8/layout/pList1"/>
    <dgm:cxn modelId="{510D141B-C805-448D-BD41-6C96585F656D}" type="presOf" srcId="{8F3A7B01-BCED-45F6-894D-3C3C588BFB1F}" destId="{9FEA112B-3C06-4A73-87E9-24D5D923064D}" srcOrd="0" destOrd="0" presId="urn:microsoft.com/office/officeart/2005/8/layout/pList1"/>
    <dgm:cxn modelId="{465F050D-EB00-4563-B0DD-E8CB9C00AA1F}" type="presOf" srcId="{C16317AC-037B-478C-90F3-D06FFC38F276}" destId="{BC0E08C1-5289-4A10-9BD2-99A7C8C6CD79}" srcOrd="0" destOrd="0" presId="urn:microsoft.com/office/officeart/2005/8/layout/pList1"/>
    <dgm:cxn modelId="{3B04194A-C11C-4B8E-8D17-3A23DBF90271}" type="presOf" srcId="{F8B4AA30-440E-4D55-89F7-ED726935C7E9}" destId="{FD5D0038-F7CE-4FB1-BD3C-079FCBD4F5C4}" srcOrd="0" destOrd="0" presId="urn:microsoft.com/office/officeart/2005/8/layout/pList1"/>
    <dgm:cxn modelId="{7590DA15-4D52-4088-9FD8-05E84861FB0D}" srcId="{E57E9B54-FD6F-40C6-9B58-2E738CFE9023}" destId="{575DA36E-2E71-4139-964A-645693C1B1B8}" srcOrd="4" destOrd="0" parTransId="{0D811859-A4F8-4620-AD34-C23086A11962}" sibTransId="{F8B4AA30-440E-4D55-89F7-ED726935C7E9}"/>
    <dgm:cxn modelId="{A05079A0-7C6F-443B-AADF-4A5D9CB62547}" type="presParOf" srcId="{734AC3AA-D5B5-4E36-869B-430D857AD943}" destId="{193AAEC2-2692-47CD-818F-E86F3CC1DC7E}" srcOrd="0" destOrd="0" presId="urn:microsoft.com/office/officeart/2005/8/layout/pList1"/>
    <dgm:cxn modelId="{65D8D398-17FD-4790-AF34-A7CDB8526DC3}" type="presParOf" srcId="{193AAEC2-2692-47CD-818F-E86F3CC1DC7E}" destId="{4BAAB911-B20E-49A3-9244-035E218D8394}" srcOrd="0" destOrd="0" presId="urn:microsoft.com/office/officeart/2005/8/layout/pList1"/>
    <dgm:cxn modelId="{C5444047-6F49-4C88-93D9-EF6C3A13EC53}" type="presParOf" srcId="{193AAEC2-2692-47CD-818F-E86F3CC1DC7E}" destId="{5BF47949-C0E1-4490-97A3-606F6DC1E952}" srcOrd="1" destOrd="0" presId="urn:microsoft.com/office/officeart/2005/8/layout/pList1"/>
    <dgm:cxn modelId="{6C81CE4E-E745-422A-BFF2-8298BBEE1A00}" type="presParOf" srcId="{734AC3AA-D5B5-4E36-869B-430D857AD943}" destId="{9C4CFCFE-989B-444B-9E49-BBAC988D8BB9}" srcOrd="1" destOrd="0" presId="urn:microsoft.com/office/officeart/2005/8/layout/pList1"/>
    <dgm:cxn modelId="{BE39C7FB-16F7-4BF8-9B2C-5FC54DA7711A}" type="presParOf" srcId="{734AC3AA-D5B5-4E36-869B-430D857AD943}" destId="{2993C1FB-DEC2-4B45-AE56-F983AA53BD82}" srcOrd="2" destOrd="0" presId="urn:microsoft.com/office/officeart/2005/8/layout/pList1"/>
    <dgm:cxn modelId="{9B4635AD-F6C6-46AC-8912-781ED554DC9F}" type="presParOf" srcId="{2993C1FB-DEC2-4B45-AE56-F983AA53BD82}" destId="{729F1A46-D11B-4336-8E5D-FFF29F38A9B4}" srcOrd="0" destOrd="0" presId="urn:microsoft.com/office/officeart/2005/8/layout/pList1"/>
    <dgm:cxn modelId="{29ECB40E-BD67-4A54-B1A3-E1D6569640F8}" type="presParOf" srcId="{2993C1FB-DEC2-4B45-AE56-F983AA53BD82}" destId="{AEDA3A0E-C9B2-4F74-A3BA-227070228003}" srcOrd="1" destOrd="0" presId="urn:microsoft.com/office/officeart/2005/8/layout/pList1"/>
    <dgm:cxn modelId="{DD3CC0CA-8C6C-4617-8E57-E3D75ED5EC14}" type="presParOf" srcId="{734AC3AA-D5B5-4E36-869B-430D857AD943}" destId="{0ADD3DF0-3E72-4927-B66E-886971F30229}" srcOrd="3" destOrd="0" presId="urn:microsoft.com/office/officeart/2005/8/layout/pList1"/>
    <dgm:cxn modelId="{47179DAB-6E82-4331-9D50-3FDB1E0BE8C9}" type="presParOf" srcId="{734AC3AA-D5B5-4E36-869B-430D857AD943}" destId="{23AB8A91-0E6A-4DDD-B443-131FC91DB8B5}" srcOrd="4" destOrd="0" presId="urn:microsoft.com/office/officeart/2005/8/layout/pList1"/>
    <dgm:cxn modelId="{DC060DA4-9451-4547-B8D4-9394EE13805C}" type="presParOf" srcId="{23AB8A91-0E6A-4DDD-B443-131FC91DB8B5}" destId="{42404FA5-E74A-4D32-B5BA-2521EA870439}" srcOrd="0" destOrd="0" presId="urn:microsoft.com/office/officeart/2005/8/layout/pList1"/>
    <dgm:cxn modelId="{F6D8BDF6-22D5-4D91-B648-7C4C04679FB8}" type="presParOf" srcId="{23AB8A91-0E6A-4DDD-B443-131FC91DB8B5}" destId="{EB56B7AC-7382-42BC-93F0-44EC9C9E45B1}" srcOrd="1" destOrd="0" presId="urn:microsoft.com/office/officeart/2005/8/layout/pList1"/>
    <dgm:cxn modelId="{28605DDC-E583-4D11-B431-7280F540CF18}" type="presParOf" srcId="{734AC3AA-D5B5-4E36-869B-430D857AD943}" destId="{BC0E08C1-5289-4A10-9BD2-99A7C8C6CD79}" srcOrd="5" destOrd="0" presId="urn:microsoft.com/office/officeart/2005/8/layout/pList1"/>
    <dgm:cxn modelId="{1F89213F-3506-4557-AE5D-B597B14F6790}" type="presParOf" srcId="{734AC3AA-D5B5-4E36-869B-430D857AD943}" destId="{0A2FB190-99E4-4487-A8CB-E6D7103010A4}" srcOrd="6" destOrd="0" presId="urn:microsoft.com/office/officeart/2005/8/layout/pList1"/>
    <dgm:cxn modelId="{BE5A91FD-7581-4645-8A37-451400898AB0}" type="presParOf" srcId="{0A2FB190-99E4-4487-A8CB-E6D7103010A4}" destId="{CA3FD217-3E33-4259-ADD6-74E26FEFE419}" srcOrd="0" destOrd="0" presId="urn:microsoft.com/office/officeart/2005/8/layout/pList1"/>
    <dgm:cxn modelId="{2C13A5D3-35EE-4CEA-8056-5A06D5E2CE52}" type="presParOf" srcId="{0A2FB190-99E4-4487-A8CB-E6D7103010A4}" destId="{0E1D1A48-2B37-48B0-B86E-1B97606294A1}" srcOrd="1" destOrd="0" presId="urn:microsoft.com/office/officeart/2005/8/layout/pList1"/>
    <dgm:cxn modelId="{E4D56854-7ABC-41C1-8156-4130DA5F20AA}" type="presParOf" srcId="{734AC3AA-D5B5-4E36-869B-430D857AD943}" destId="{9FEA112B-3C06-4A73-87E9-24D5D923064D}" srcOrd="7" destOrd="0" presId="urn:microsoft.com/office/officeart/2005/8/layout/pList1"/>
    <dgm:cxn modelId="{A766211D-C45C-49A2-BEC8-5D232EE78EE6}" type="presParOf" srcId="{734AC3AA-D5B5-4E36-869B-430D857AD943}" destId="{E25E02AA-30CB-4F00-9CD8-C91E53A4A9EE}" srcOrd="8" destOrd="0" presId="urn:microsoft.com/office/officeart/2005/8/layout/pList1"/>
    <dgm:cxn modelId="{70A0709C-6A83-45B3-A1BD-AFA3619A9C06}" type="presParOf" srcId="{E25E02AA-30CB-4F00-9CD8-C91E53A4A9EE}" destId="{11DD2A19-5091-44D5-9190-020C3C26364F}" srcOrd="0" destOrd="0" presId="urn:microsoft.com/office/officeart/2005/8/layout/pList1"/>
    <dgm:cxn modelId="{E053589C-CC0D-4672-B6F2-194E4AEE0FA5}" type="presParOf" srcId="{E25E02AA-30CB-4F00-9CD8-C91E53A4A9EE}" destId="{407439FD-E77C-485B-8478-CB7AA97B96DC}" srcOrd="1" destOrd="0" presId="urn:microsoft.com/office/officeart/2005/8/layout/pList1"/>
    <dgm:cxn modelId="{260C76A6-EC6D-453E-B95D-FA36BD65ECFD}" type="presParOf" srcId="{734AC3AA-D5B5-4E36-869B-430D857AD943}" destId="{FD5D0038-F7CE-4FB1-BD3C-079FCBD4F5C4}" srcOrd="9" destOrd="0" presId="urn:microsoft.com/office/officeart/2005/8/layout/pList1"/>
    <dgm:cxn modelId="{A27DBC20-5645-4939-BA5D-DB6C3558D13D}" type="presParOf" srcId="{734AC3AA-D5B5-4E36-869B-430D857AD943}" destId="{7730F8FC-8ED2-4F53-BA82-BB8053632A89}" srcOrd="10" destOrd="0" presId="urn:microsoft.com/office/officeart/2005/8/layout/pList1"/>
    <dgm:cxn modelId="{CB80A4D7-A2BD-461F-825E-DF73A4785E26}" type="presParOf" srcId="{7730F8FC-8ED2-4F53-BA82-BB8053632A89}" destId="{9FF3459B-D167-479E-93D2-6AF068DD49E1}" srcOrd="0" destOrd="0" presId="urn:microsoft.com/office/officeart/2005/8/layout/pList1"/>
    <dgm:cxn modelId="{1BF3EAAD-EB8F-4270-88D2-A246E74E53FB}" type="presParOf" srcId="{7730F8FC-8ED2-4F53-BA82-BB8053632A89}" destId="{18F42472-F588-4676-924A-7B21D13B4777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A17673-0110-432C-A153-174CAEAF7412}" type="doc">
      <dgm:prSet loTypeId="urn:microsoft.com/office/officeart/2005/8/layout/vList4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029C59C-1419-4D3F-8968-5109ADF4CCF5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Google Chrome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8965C822-FD6E-470B-8CEB-26504981416B}" type="parTrans" cxnId="{28631D77-E7AD-45A1-82B3-EB729A178820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B40834EC-BFF5-45BA-ADB5-B9FA22FCB359}" type="sibTrans" cxnId="{28631D77-E7AD-45A1-82B3-EB729A178820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CEB58255-0AFF-4D72-9C1C-9D876E1DD5BE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dirty="0" smtClean="0">
              <a:latin typeface="Arial" pitchFamily="34" charset="0"/>
              <a:cs typeface="Arial" pitchFamily="34" charset="0"/>
            </a:rPr>
            <a:t>Windows,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dirty="0" smtClean="0">
              <a:latin typeface="Arial" pitchFamily="34" charset="0"/>
              <a:cs typeface="Arial" pitchFamily="34" charset="0"/>
            </a:rPr>
            <a:t>, Linux, Android,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iOS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29DD4C89-83BA-4528-982E-F51F6C8FA295}" type="parTrans" cxnId="{ABF6F234-ED99-436E-B314-E33141B7EB93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62EACC50-3527-4920-BC5D-71C99F9FDD01}" type="sibTrans" cxnId="{ABF6F234-ED99-436E-B314-E33141B7EB93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9C699273-B056-402E-8D6B-9F01DFA2ED9F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Инструменты разработчика: </a:t>
          </a:r>
          <a:r>
            <a:rPr lang="en-US" dirty="0" smtClean="0">
              <a:latin typeface="Arial" pitchFamily="34" charset="0"/>
              <a:cs typeface="Arial" pitchFamily="34" charset="0"/>
            </a:rPr>
            <a:t>Chrome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DevTools</a:t>
          </a:r>
          <a:r>
            <a:rPr lang="en-US" dirty="0" smtClean="0">
              <a:latin typeface="Arial" pitchFamily="34" charset="0"/>
              <a:cs typeface="Arial" pitchFamily="34" charset="0"/>
            </a:rPr>
            <a:t> (F12 /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Ctrl+Shift+I</a:t>
          </a:r>
          <a:r>
            <a:rPr lang="en-US" dirty="0" smtClean="0">
              <a:latin typeface="Arial" pitchFamily="34" charset="0"/>
              <a:cs typeface="Arial" pitchFamily="34" charset="0"/>
            </a:rPr>
            <a:t>)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8B1851FB-B9AA-4D95-A084-39E3C130FC21}" type="parTrans" cxnId="{EA7C0FF0-D521-4599-A9B5-05332D7F9D10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9226026E-1586-434E-B56F-23AF07CF6AE7}" type="sibTrans" cxnId="{EA7C0FF0-D521-4599-A9B5-05332D7F9D10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F493C51A-57A6-4700-AA40-F1FB1EF9D04F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Mozilla Firefox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C5E07E43-5CCA-45F3-A410-0F2032F2098A}" type="parTrans" cxnId="{8587CA6D-8A74-45C4-8BCF-1EC2D5854098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29B0C669-5704-4461-B989-676EF508BA45}" type="sibTrans" cxnId="{8587CA6D-8A74-45C4-8BCF-1EC2D5854098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CAE76391-657D-45CA-8B6E-7B3F83D83202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dirty="0" smtClean="0">
              <a:latin typeface="Arial" pitchFamily="34" charset="0"/>
              <a:cs typeface="Arial" pitchFamily="34" charset="0"/>
            </a:rPr>
            <a:t>Windows,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dirty="0" smtClean="0">
              <a:latin typeface="Arial" pitchFamily="34" charset="0"/>
              <a:cs typeface="Arial" pitchFamily="34" charset="0"/>
            </a:rPr>
            <a:t>, Linux, Android,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iOS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34E3144E-7D8D-466B-978C-5172C3077237}" type="parTrans" cxnId="{72ADF3CD-9639-4783-9DE3-EF99A0B71E9B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C681A080-3C9D-4645-A4AC-DEA784B937DD}" type="sibTrans" cxnId="{72ADF3CD-9639-4783-9DE3-EF99A0B71E9B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3A33C92-66F5-4EDE-B5C3-F136ECC06651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Инструменты разработчика: Инструменты веб-разработчика (</a:t>
          </a:r>
          <a:r>
            <a:rPr lang="en-US" dirty="0" smtClean="0">
              <a:latin typeface="Arial" pitchFamily="34" charset="0"/>
              <a:cs typeface="Arial" pitchFamily="34" charset="0"/>
            </a:rPr>
            <a:t>F12 /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Ctrl+Shift+I</a:t>
          </a:r>
          <a:r>
            <a:rPr lang="en-US" dirty="0" smtClean="0">
              <a:latin typeface="Arial" pitchFamily="34" charset="0"/>
              <a:cs typeface="Arial" pitchFamily="34" charset="0"/>
            </a:rPr>
            <a:t>)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8B91D76E-D62F-4733-8395-17D5C2A6D17D}" type="parTrans" cxnId="{5796B38B-A597-41AF-9F7C-035159B3767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705BE2CE-FC7B-4004-AD4D-7D510D45C0E3}" type="sibTrans" cxnId="{5796B38B-A597-41AF-9F7C-035159B3767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9FB22EDB-A90F-45EF-ACD1-97582728066D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Safari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A9606454-0BE5-41E6-BDDF-70CFB2BADE4C}" type="parTrans" cxnId="{6DA1EB69-1FA3-4D1A-84B1-855DAE2CD13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966006B5-E1B2-4BFD-9843-7559DB2CFFDE}" type="sibTrans" cxnId="{6DA1EB69-1FA3-4D1A-84B1-855DAE2CD13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334CD705-D348-4291-AFEF-E5B117E17E97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dirty="0" smtClean="0">
              <a:latin typeface="Arial" pitchFamily="34" charset="0"/>
              <a:cs typeface="Arial" pitchFamily="34" charset="0"/>
            </a:rPr>
            <a:t>Windows,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dirty="0" smtClean="0">
              <a:latin typeface="Arial" pitchFamily="34" charset="0"/>
              <a:cs typeface="Arial" pitchFamily="34" charset="0"/>
            </a:rPr>
            <a:t>, Linux, Android,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iOS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351BF166-3C34-41BA-A002-C68380575757}" type="parTrans" cxnId="{568697E2-FA77-48D8-BE0D-9FAC14DBB42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C75035E-1B3A-4A5F-9ED2-2431441013EB}" type="sibTrans" cxnId="{568697E2-FA77-48D8-BE0D-9FAC14DBB42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BF9FFD0E-24BB-4E8B-8627-532BC377B573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Инструменты разработчика: Инструменты разработчика (</a:t>
          </a:r>
          <a:r>
            <a:rPr lang="en-US" dirty="0" smtClean="0">
              <a:latin typeface="Arial" pitchFamily="34" charset="0"/>
              <a:cs typeface="Arial" pitchFamily="34" charset="0"/>
            </a:rPr>
            <a:t>F12 /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Ctrl+Shift+I</a:t>
          </a:r>
          <a:r>
            <a:rPr lang="ru-RU" dirty="0" smtClean="0">
              <a:latin typeface="Arial" pitchFamily="34" charset="0"/>
              <a:cs typeface="Arial" pitchFamily="34" charset="0"/>
            </a:rPr>
            <a:t>)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B65344F4-F800-4363-8EE8-7E3F326647B5}" type="parTrans" cxnId="{3456D7D7-FE0E-4A14-BBD2-F98A0DAC0870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DADDB9AD-E969-4156-876C-813B16D63671}" type="sibTrans" cxnId="{3456D7D7-FE0E-4A14-BBD2-F98A0DAC0870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E0E4855-C236-40AD-85E7-D2BEFCD7B269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Microsoft Edge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ABE1E173-D99F-457E-B2A6-FB9AD005F995}" type="parTrans" cxnId="{C893D183-A673-4953-A456-37604F95E640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034062B5-D0E0-4708-93CA-CDDBD565FC73}" type="sibTrans" cxnId="{C893D183-A673-4953-A456-37604F95E640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50206AA0-4CFA-4F6B-82D5-14B0342936C3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dirty="0" smtClean="0">
              <a:latin typeface="Arial" pitchFamily="34" charset="0"/>
              <a:cs typeface="Arial" pitchFamily="34" charset="0"/>
            </a:rPr>
            <a:t>,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iOS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93FD7251-9DEE-48FC-B85B-8BCF7E4A5561}" type="parTrans" cxnId="{73768A1A-F4F7-4F0D-BA51-8E9D210C64DE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7E7127CC-2D3D-4644-A15F-757D8360BEFD}" type="sibTrans" cxnId="{73768A1A-F4F7-4F0D-BA51-8E9D210C64DE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CAA78342-AF23-44BF-BAA8-A4AD0D1E3984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Opera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C48319DF-F595-4510-AA25-4C89B9A1FF51}" type="parTrans" cxnId="{9783E594-9F05-45AA-A982-23D08B990965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EEB15C85-A0F1-4C91-A3D4-14FC64349AA8}" type="sibTrans" cxnId="{9783E594-9F05-45AA-A982-23D08B990965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545F201E-87CF-4C73-8D33-731C10EECB93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Яндекс Браузер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7B717C18-CAAE-436C-B619-B57C651FDBF3}" type="parTrans" cxnId="{2254CA40-1312-4263-BFA7-5567919CB65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0A83A5D6-3533-4878-A7F8-92BD3B0343EA}" type="sibTrans" cxnId="{2254CA40-1312-4263-BFA7-5567919CB65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DDB38E6-7515-462D-BF56-590E7C640098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Инструменты разработчика: </a:t>
          </a:r>
          <a:r>
            <a:rPr lang="en-US" dirty="0" smtClean="0">
              <a:latin typeface="Arial" pitchFamily="34" charset="0"/>
              <a:cs typeface="Arial" pitchFamily="34" charset="0"/>
            </a:rPr>
            <a:t>Web Inspector (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Cmd+Option+I</a:t>
          </a:r>
          <a:r>
            <a:rPr lang="en-US" dirty="0" smtClean="0">
              <a:latin typeface="Arial" pitchFamily="34" charset="0"/>
              <a:cs typeface="Arial" pitchFamily="34" charset="0"/>
            </a:rPr>
            <a:t>)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B7648A5C-76AE-4183-8AF0-9AE0D8393285}" type="parTrans" cxnId="{07309586-46CB-4C30-AEA9-36027A9532F8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576E3603-42EB-47C5-958C-29A92BCDF3A7}" type="sibTrans" cxnId="{07309586-46CB-4C30-AEA9-36027A9532F8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6D26967B-BD1A-4617-85F6-D6CC594F8BF3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dirty="0" smtClean="0">
              <a:latin typeface="Arial" pitchFamily="34" charset="0"/>
              <a:cs typeface="Arial" pitchFamily="34" charset="0"/>
            </a:rPr>
            <a:t>Windows,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dirty="0" smtClean="0">
              <a:latin typeface="Arial" pitchFamily="34" charset="0"/>
              <a:cs typeface="Arial" pitchFamily="34" charset="0"/>
            </a:rPr>
            <a:t>, Linux, Android,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iOS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A84A500-6293-4B6E-BB88-2992323BAA31}" type="parTrans" cxnId="{C1C11581-ECA2-4AC5-9DD1-5FAB5EE2DA38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A4E24E8-BAA9-4E86-9D72-5875BD88F631}" type="sibTrans" cxnId="{C1C11581-ECA2-4AC5-9DD1-5FAB5EE2DA38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845B3074-5445-4819-8EC5-0D2B770385A5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Инструменты разработчика: </a:t>
          </a:r>
          <a:r>
            <a:rPr lang="en-US" dirty="0" smtClean="0">
              <a:latin typeface="Arial" pitchFamily="34" charset="0"/>
              <a:cs typeface="Arial" pitchFamily="34" charset="0"/>
            </a:rPr>
            <a:t>Microsoft Edge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DevTools</a:t>
          </a:r>
          <a:r>
            <a:rPr lang="en-US" dirty="0" smtClean="0">
              <a:latin typeface="Arial" pitchFamily="34" charset="0"/>
              <a:cs typeface="Arial" pitchFamily="34" charset="0"/>
            </a:rPr>
            <a:t> </a:t>
          </a:r>
          <a:r>
            <a:rPr lang="ru-RU" dirty="0" smtClean="0">
              <a:latin typeface="Arial" pitchFamily="34" charset="0"/>
              <a:cs typeface="Arial" pitchFamily="34" charset="0"/>
            </a:rPr>
            <a:t>(</a:t>
          </a:r>
          <a:r>
            <a:rPr lang="en-US" dirty="0" smtClean="0">
              <a:latin typeface="Arial" pitchFamily="34" charset="0"/>
              <a:cs typeface="Arial" pitchFamily="34" charset="0"/>
            </a:rPr>
            <a:t>F12 /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Ctrl+Shift+I</a:t>
          </a:r>
          <a:r>
            <a:rPr lang="en-US" dirty="0" smtClean="0">
              <a:latin typeface="Arial" pitchFamily="34" charset="0"/>
              <a:cs typeface="Arial" pitchFamily="34" charset="0"/>
            </a:rPr>
            <a:t>)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2DEB25E8-784E-486A-9527-54B756643BA9}" type="parTrans" cxnId="{FE7FB5B4-81AE-4432-B732-74BF1FA67C65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A61AD8CD-6CC5-4285-8C2D-DB83CFC492B5}" type="sibTrans" cxnId="{FE7FB5B4-81AE-4432-B732-74BF1FA67C65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BF328128-5527-4D31-A314-AECE9EF0F0AF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dirty="0" smtClean="0">
              <a:latin typeface="Arial" pitchFamily="34" charset="0"/>
              <a:cs typeface="Arial" pitchFamily="34" charset="0"/>
            </a:rPr>
            <a:t>Windows,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dirty="0" smtClean="0">
              <a:latin typeface="Arial" pitchFamily="34" charset="0"/>
              <a:cs typeface="Arial" pitchFamily="34" charset="0"/>
            </a:rPr>
            <a:t>, Linux, Android,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iOS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EBBE803-9DEE-4448-8AC4-E40B0D0890BB}" type="parTrans" cxnId="{34CDF779-0070-49B7-952A-B93D187833F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36222D51-9583-41FB-AAA6-3A984617AA41}" type="sibTrans" cxnId="{34CDF779-0070-49B7-952A-B93D187833F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34B04F18-D00B-4B3A-8837-28A1EF0BCBC5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Инструменты разработчика: </a:t>
          </a:r>
          <a:r>
            <a:rPr lang="en-US" dirty="0" smtClean="0">
              <a:latin typeface="Arial" pitchFamily="34" charset="0"/>
              <a:cs typeface="Arial" pitchFamily="34" charset="0"/>
            </a:rPr>
            <a:t>Opera 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DevTools</a:t>
          </a:r>
          <a:r>
            <a:rPr lang="en-US" dirty="0" smtClean="0">
              <a:latin typeface="Arial" pitchFamily="34" charset="0"/>
              <a:cs typeface="Arial" pitchFamily="34" charset="0"/>
            </a:rPr>
            <a:t> (</a:t>
          </a:r>
          <a:r>
            <a:rPr lang="en-US" dirty="0" err="1" smtClean="0">
              <a:latin typeface="Arial" pitchFamily="34" charset="0"/>
              <a:cs typeface="Arial" pitchFamily="34" charset="0"/>
            </a:rPr>
            <a:t>Ctrl+Shift+I</a:t>
          </a:r>
          <a:r>
            <a:rPr lang="en-US" dirty="0" smtClean="0">
              <a:latin typeface="Arial" pitchFamily="34" charset="0"/>
              <a:cs typeface="Arial" pitchFamily="34" charset="0"/>
            </a:rPr>
            <a:t>)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79E550A5-82C4-47CF-8C58-A2A527CF3ABF}" type="parTrans" cxnId="{73634496-7D37-4154-8171-3C406F3953ED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9D3CB53B-4CA0-4859-9F16-6A969B92EC43}" type="sibTrans" cxnId="{73634496-7D37-4154-8171-3C406F3953ED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FFAE7332-C0D9-4AD1-814D-959BFC384BEA}" type="pres">
      <dgm:prSet presAssocID="{CFA17673-0110-432C-A153-174CAEAF7412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FFED343-BA3D-41CF-8286-A1FBA389CF38}" type="pres">
      <dgm:prSet presAssocID="{4029C59C-1419-4D3F-8968-5109ADF4CCF5}" presName="comp" presStyleCnt="0"/>
      <dgm:spPr/>
    </dgm:pt>
    <dgm:pt modelId="{BB7A90BD-1D14-47E8-97FF-97F560535B11}" type="pres">
      <dgm:prSet presAssocID="{4029C59C-1419-4D3F-8968-5109ADF4CCF5}" presName="box" presStyleLbl="node1" presStyleIdx="0" presStyleCnt="6"/>
      <dgm:spPr/>
      <dgm:t>
        <a:bodyPr/>
        <a:lstStyle/>
        <a:p>
          <a:endParaRPr lang="ru-RU"/>
        </a:p>
      </dgm:t>
    </dgm:pt>
    <dgm:pt modelId="{38913153-BF7E-44CC-AD61-A5B7C4D1601E}" type="pres">
      <dgm:prSet presAssocID="{4029C59C-1419-4D3F-8968-5109ADF4CCF5}" presName="img" presStyleLbl="fgImgPlace1" presStyleIdx="0" presStyleCnt="6"/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>
          <a:noFill/>
        </a:ln>
      </dgm:spPr>
      <dgm:t>
        <a:bodyPr/>
        <a:lstStyle/>
        <a:p>
          <a:endParaRPr lang="ru-RU"/>
        </a:p>
      </dgm:t>
    </dgm:pt>
    <dgm:pt modelId="{9E6D6EA0-81A8-452D-B355-7C4BDC19C3AB}" type="pres">
      <dgm:prSet presAssocID="{4029C59C-1419-4D3F-8968-5109ADF4CCF5}" presName="text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5E63E8-E896-487A-AA32-8BA71A4C740E}" type="pres">
      <dgm:prSet presAssocID="{B40834EC-BFF5-45BA-ADB5-B9FA22FCB359}" presName="spacer" presStyleCnt="0"/>
      <dgm:spPr/>
    </dgm:pt>
    <dgm:pt modelId="{658371A9-E164-4C18-B87D-5E020162DB1D}" type="pres">
      <dgm:prSet presAssocID="{F493C51A-57A6-4700-AA40-F1FB1EF9D04F}" presName="comp" presStyleCnt="0"/>
      <dgm:spPr/>
    </dgm:pt>
    <dgm:pt modelId="{A7D09C13-9E2A-43E0-B834-6BD71C45EA19}" type="pres">
      <dgm:prSet presAssocID="{F493C51A-57A6-4700-AA40-F1FB1EF9D04F}" presName="box" presStyleLbl="node1" presStyleIdx="1" presStyleCnt="6"/>
      <dgm:spPr/>
      <dgm:t>
        <a:bodyPr/>
        <a:lstStyle/>
        <a:p>
          <a:endParaRPr lang="ru-RU"/>
        </a:p>
      </dgm:t>
    </dgm:pt>
    <dgm:pt modelId="{68CE02BA-4280-4A95-8767-E6D95A3B6123}" type="pres">
      <dgm:prSet presAssocID="{F493C51A-57A6-4700-AA40-F1FB1EF9D04F}" presName="img" presStyleLbl="fgImgPlace1" presStyleIdx="1" presStyleCnt="6"/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>
          <a:noFill/>
        </a:ln>
      </dgm:spPr>
      <dgm:t>
        <a:bodyPr/>
        <a:lstStyle/>
        <a:p>
          <a:endParaRPr lang="ru-RU"/>
        </a:p>
      </dgm:t>
    </dgm:pt>
    <dgm:pt modelId="{46762647-C153-4F80-A564-96EA2ED351C9}" type="pres">
      <dgm:prSet presAssocID="{F493C51A-57A6-4700-AA40-F1FB1EF9D04F}" presName="text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F9CAE5-6F4A-4F00-8911-03125F5EB0EA}" type="pres">
      <dgm:prSet presAssocID="{29B0C669-5704-4461-B989-676EF508BA45}" presName="spacer" presStyleCnt="0"/>
      <dgm:spPr/>
    </dgm:pt>
    <dgm:pt modelId="{B4C2250E-6B56-4543-8ABF-18F2B0E80B00}" type="pres">
      <dgm:prSet presAssocID="{9FB22EDB-A90F-45EF-ACD1-97582728066D}" presName="comp" presStyleCnt="0"/>
      <dgm:spPr/>
    </dgm:pt>
    <dgm:pt modelId="{B6C44364-D676-4CF5-8FC9-D1A4A8C063C2}" type="pres">
      <dgm:prSet presAssocID="{9FB22EDB-A90F-45EF-ACD1-97582728066D}" presName="box" presStyleLbl="node1" presStyleIdx="2" presStyleCnt="6"/>
      <dgm:spPr/>
      <dgm:t>
        <a:bodyPr/>
        <a:lstStyle/>
        <a:p>
          <a:endParaRPr lang="ru-RU"/>
        </a:p>
      </dgm:t>
    </dgm:pt>
    <dgm:pt modelId="{8779FB9F-49A4-434F-BA72-7101BA0932BC}" type="pres">
      <dgm:prSet presAssocID="{9FB22EDB-A90F-45EF-ACD1-97582728066D}" presName="img" presStyleLbl="fgImgPlace1" presStyleIdx="2" presStyleCnt="6"/>
      <dgm:spPr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>
          <a:noFill/>
        </a:ln>
      </dgm:spPr>
    </dgm:pt>
    <dgm:pt modelId="{8E6934BF-10F1-4CBD-AD74-17C598A4DB00}" type="pres">
      <dgm:prSet presAssocID="{9FB22EDB-A90F-45EF-ACD1-97582728066D}" presName="text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A7F3E5F-DBD7-4DB5-BFA7-C2B1C96C3D23}" type="pres">
      <dgm:prSet presAssocID="{966006B5-E1B2-4BFD-9843-7559DB2CFFDE}" presName="spacer" presStyleCnt="0"/>
      <dgm:spPr/>
    </dgm:pt>
    <dgm:pt modelId="{5EEDA06E-EFB6-41D5-9B9B-B183D8AF2CB2}" type="pres">
      <dgm:prSet presAssocID="{1E0E4855-C236-40AD-85E7-D2BEFCD7B269}" presName="comp" presStyleCnt="0"/>
      <dgm:spPr/>
    </dgm:pt>
    <dgm:pt modelId="{9B35AB3B-BB57-4FB3-B314-561086F4ED74}" type="pres">
      <dgm:prSet presAssocID="{1E0E4855-C236-40AD-85E7-D2BEFCD7B269}" presName="box" presStyleLbl="node1" presStyleIdx="3" presStyleCnt="6"/>
      <dgm:spPr/>
      <dgm:t>
        <a:bodyPr/>
        <a:lstStyle/>
        <a:p>
          <a:endParaRPr lang="ru-RU"/>
        </a:p>
      </dgm:t>
    </dgm:pt>
    <dgm:pt modelId="{61501329-0276-42E5-B149-1F9BA87B37A7}" type="pres">
      <dgm:prSet presAssocID="{1E0E4855-C236-40AD-85E7-D2BEFCD7B269}" presName="img" presStyleLbl="fgImgPlace1" presStyleIdx="3" presStyleCnt="6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>
          <a:noFill/>
        </a:ln>
      </dgm:spPr>
    </dgm:pt>
    <dgm:pt modelId="{8917493B-83C6-4141-8E1C-61C7F2A98D77}" type="pres">
      <dgm:prSet presAssocID="{1E0E4855-C236-40AD-85E7-D2BEFCD7B269}" presName="text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17EC9B7-4FCC-41C8-B301-D914D1172A61}" type="pres">
      <dgm:prSet presAssocID="{034062B5-D0E0-4708-93CA-CDDBD565FC73}" presName="spacer" presStyleCnt="0"/>
      <dgm:spPr/>
    </dgm:pt>
    <dgm:pt modelId="{4EAE24E3-5D11-4359-8B56-F1FD4F070934}" type="pres">
      <dgm:prSet presAssocID="{CAA78342-AF23-44BF-BAA8-A4AD0D1E3984}" presName="comp" presStyleCnt="0"/>
      <dgm:spPr/>
    </dgm:pt>
    <dgm:pt modelId="{4A7ED370-2E36-4E24-9217-7AFA4DBBEBA5}" type="pres">
      <dgm:prSet presAssocID="{CAA78342-AF23-44BF-BAA8-A4AD0D1E3984}" presName="box" presStyleLbl="node1" presStyleIdx="4" presStyleCnt="6"/>
      <dgm:spPr/>
      <dgm:t>
        <a:bodyPr/>
        <a:lstStyle/>
        <a:p>
          <a:endParaRPr lang="ru-RU"/>
        </a:p>
      </dgm:t>
    </dgm:pt>
    <dgm:pt modelId="{87C0C08A-2B50-47B2-A00A-3E6E5003C9EF}" type="pres">
      <dgm:prSet presAssocID="{CAA78342-AF23-44BF-BAA8-A4AD0D1E3984}" presName="img" presStyleLbl="fgImgPlace1" presStyleIdx="4" presStyleCnt="6"/>
      <dgm:spPr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>
          <a:noFill/>
        </a:ln>
      </dgm:spPr>
    </dgm:pt>
    <dgm:pt modelId="{CC7D33CE-37F9-45D8-9F7E-3AFE5F892B01}" type="pres">
      <dgm:prSet presAssocID="{CAA78342-AF23-44BF-BAA8-A4AD0D1E3984}" presName="text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9D7C42B-3F13-47E2-AE5C-D2E9E5296F84}" type="pres">
      <dgm:prSet presAssocID="{EEB15C85-A0F1-4C91-A3D4-14FC64349AA8}" presName="spacer" presStyleCnt="0"/>
      <dgm:spPr/>
    </dgm:pt>
    <dgm:pt modelId="{8002C4D8-067D-4790-A6CA-6B9654D2ADB4}" type="pres">
      <dgm:prSet presAssocID="{545F201E-87CF-4C73-8D33-731C10EECB93}" presName="comp" presStyleCnt="0"/>
      <dgm:spPr/>
    </dgm:pt>
    <dgm:pt modelId="{BFC0E17B-98E4-4B7C-B29B-E2DC8E6C6FA4}" type="pres">
      <dgm:prSet presAssocID="{545F201E-87CF-4C73-8D33-731C10EECB93}" presName="box" presStyleLbl="node1" presStyleIdx="5" presStyleCnt="6"/>
      <dgm:spPr/>
      <dgm:t>
        <a:bodyPr/>
        <a:lstStyle/>
        <a:p>
          <a:endParaRPr lang="ru-RU"/>
        </a:p>
      </dgm:t>
    </dgm:pt>
    <dgm:pt modelId="{76E40107-D2B8-456F-A21F-6281F4DAAA8B}" type="pres">
      <dgm:prSet presAssocID="{545F201E-87CF-4C73-8D33-731C10EECB93}" presName="img" presStyleLbl="fgImgPlace1" presStyleIdx="5" presStyleCnt="6"/>
      <dgm:spPr>
        <a:blipFill dpi="0" rotWithShape="1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>
          <a:noFill/>
        </a:ln>
      </dgm:spPr>
    </dgm:pt>
    <dgm:pt modelId="{2A302E03-8940-4390-ADF6-753F5DC8DB1F}" type="pres">
      <dgm:prSet presAssocID="{545F201E-87CF-4C73-8D33-731C10EECB93}" presName="text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783E594-9F05-45AA-A982-23D08B990965}" srcId="{CFA17673-0110-432C-A153-174CAEAF7412}" destId="{CAA78342-AF23-44BF-BAA8-A4AD0D1E3984}" srcOrd="4" destOrd="0" parTransId="{C48319DF-F595-4510-AA25-4C89B9A1FF51}" sibTransId="{EEB15C85-A0F1-4C91-A3D4-14FC64349AA8}"/>
    <dgm:cxn modelId="{4F137596-B313-4676-8968-D8047B5B20F8}" type="presOf" srcId="{9C699273-B056-402E-8D6B-9F01DFA2ED9F}" destId="{9E6D6EA0-81A8-452D-B355-7C4BDC19C3AB}" srcOrd="1" destOrd="2" presId="urn:microsoft.com/office/officeart/2005/8/layout/vList4"/>
    <dgm:cxn modelId="{73768A1A-F4F7-4F0D-BA51-8E9D210C64DE}" srcId="{9FB22EDB-A90F-45EF-ACD1-97582728066D}" destId="{50206AA0-4CFA-4F6B-82D5-14B0342936C3}" srcOrd="0" destOrd="0" parTransId="{93FD7251-9DEE-48FC-B85B-8BCF7E4A5561}" sibTransId="{7E7127CC-2D3D-4644-A15F-757D8360BEFD}"/>
    <dgm:cxn modelId="{28631D77-E7AD-45A1-82B3-EB729A178820}" srcId="{CFA17673-0110-432C-A153-174CAEAF7412}" destId="{4029C59C-1419-4D3F-8968-5109ADF4CCF5}" srcOrd="0" destOrd="0" parTransId="{8965C822-FD6E-470B-8CEB-26504981416B}" sibTransId="{B40834EC-BFF5-45BA-ADB5-B9FA22FCB359}"/>
    <dgm:cxn modelId="{335F2958-AE95-47E1-B382-FFB3EA617AD3}" type="presOf" srcId="{13A33C92-66F5-4EDE-B5C3-F136ECC06651}" destId="{A7D09C13-9E2A-43E0-B834-6BD71C45EA19}" srcOrd="0" destOrd="2" presId="urn:microsoft.com/office/officeart/2005/8/layout/vList4"/>
    <dgm:cxn modelId="{06943DB8-7D8F-4F83-9E89-A48B5561887C}" type="presOf" srcId="{9C699273-B056-402E-8D6B-9F01DFA2ED9F}" destId="{BB7A90BD-1D14-47E8-97FF-97F560535B11}" srcOrd="0" destOrd="2" presId="urn:microsoft.com/office/officeart/2005/8/layout/vList4"/>
    <dgm:cxn modelId="{568B6C50-21CC-4F8E-89F8-317545BD5615}" type="presOf" srcId="{13A33C92-66F5-4EDE-B5C3-F136ECC06651}" destId="{46762647-C153-4F80-A564-96EA2ED351C9}" srcOrd="1" destOrd="2" presId="urn:microsoft.com/office/officeart/2005/8/layout/vList4"/>
    <dgm:cxn modelId="{DD656FA3-8F76-47F9-9B69-2E4C94487E61}" type="presOf" srcId="{9FB22EDB-A90F-45EF-ACD1-97582728066D}" destId="{8E6934BF-10F1-4CBD-AD74-17C598A4DB00}" srcOrd="1" destOrd="0" presId="urn:microsoft.com/office/officeart/2005/8/layout/vList4"/>
    <dgm:cxn modelId="{0E13CD40-9ED8-4819-BF5C-C61EE3A93019}" type="presOf" srcId="{545F201E-87CF-4C73-8D33-731C10EECB93}" destId="{2A302E03-8940-4390-ADF6-753F5DC8DB1F}" srcOrd="1" destOrd="0" presId="urn:microsoft.com/office/officeart/2005/8/layout/vList4"/>
    <dgm:cxn modelId="{90EF4A46-FCDA-4600-B1B8-AAA083E05556}" type="presOf" srcId="{845B3074-5445-4819-8EC5-0D2B770385A5}" destId="{9B35AB3B-BB57-4FB3-B314-561086F4ED74}" srcOrd="0" destOrd="2" presId="urn:microsoft.com/office/officeart/2005/8/layout/vList4"/>
    <dgm:cxn modelId="{1CBA09AE-077E-4A22-B78A-6B91EF516D76}" type="presOf" srcId="{1DDB38E6-7515-462D-BF56-590E7C640098}" destId="{8E6934BF-10F1-4CBD-AD74-17C598A4DB00}" srcOrd="1" destOrd="2" presId="urn:microsoft.com/office/officeart/2005/8/layout/vList4"/>
    <dgm:cxn modelId="{34CDF779-0070-49B7-952A-B93D187833F7}" srcId="{CAA78342-AF23-44BF-BAA8-A4AD0D1E3984}" destId="{BF328128-5527-4D31-A314-AECE9EF0F0AF}" srcOrd="0" destOrd="0" parTransId="{0EBBE803-9DEE-4448-8AC4-E40B0D0890BB}" sibTransId="{36222D51-9583-41FB-AAA6-3A984617AA41}"/>
    <dgm:cxn modelId="{E01FE0DC-E671-4049-9657-D6343277637C}" type="presOf" srcId="{CAA78342-AF23-44BF-BAA8-A4AD0D1E3984}" destId="{CC7D33CE-37F9-45D8-9F7E-3AFE5F892B01}" srcOrd="1" destOrd="0" presId="urn:microsoft.com/office/officeart/2005/8/layout/vList4"/>
    <dgm:cxn modelId="{461B95BF-F083-4B9E-A492-3D0595DF5E28}" type="presOf" srcId="{545F201E-87CF-4C73-8D33-731C10EECB93}" destId="{BFC0E17B-98E4-4B7C-B29B-E2DC8E6C6FA4}" srcOrd="0" destOrd="0" presId="urn:microsoft.com/office/officeart/2005/8/layout/vList4"/>
    <dgm:cxn modelId="{8DBC35DC-8A3F-4B8C-B3B2-39BFAE7FD222}" type="presOf" srcId="{CEB58255-0AFF-4D72-9C1C-9D876E1DD5BE}" destId="{BB7A90BD-1D14-47E8-97FF-97F560535B11}" srcOrd="0" destOrd="1" presId="urn:microsoft.com/office/officeart/2005/8/layout/vList4"/>
    <dgm:cxn modelId="{6BA0B092-105F-4741-A42A-E70471A09F0B}" type="presOf" srcId="{6D26967B-BD1A-4617-85F6-D6CC594F8BF3}" destId="{9B35AB3B-BB57-4FB3-B314-561086F4ED74}" srcOrd="0" destOrd="1" presId="urn:microsoft.com/office/officeart/2005/8/layout/vList4"/>
    <dgm:cxn modelId="{AA1C38BA-1155-4624-9A75-74D57F550E95}" type="presOf" srcId="{1E0E4855-C236-40AD-85E7-D2BEFCD7B269}" destId="{8917493B-83C6-4141-8E1C-61C7F2A98D77}" srcOrd="1" destOrd="0" presId="urn:microsoft.com/office/officeart/2005/8/layout/vList4"/>
    <dgm:cxn modelId="{5796B38B-A597-41AF-9F7C-035159B37677}" srcId="{F493C51A-57A6-4700-AA40-F1FB1EF9D04F}" destId="{13A33C92-66F5-4EDE-B5C3-F136ECC06651}" srcOrd="1" destOrd="0" parTransId="{8B91D76E-D62F-4733-8395-17D5C2A6D17D}" sibTransId="{705BE2CE-FC7B-4004-AD4D-7D510D45C0E3}"/>
    <dgm:cxn modelId="{72ADF3CD-9639-4783-9DE3-EF99A0B71E9B}" srcId="{F493C51A-57A6-4700-AA40-F1FB1EF9D04F}" destId="{CAE76391-657D-45CA-8B6E-7B3F83D83202}" srcOrd="0" destOrd="0" parTransId="{34E3144E-7D8D-466B-978C-5172C3077237}" sibTransId="{C681A080-3C9D-4645-A4AC-DEA784B937DD}"/>
    <dgm:cxn modelId="{2DDC433A-5CF3-4D53-84D8-603F54FE314D}" type="presOf" srcId="{CAE76391-657D-45CA-8B6E-7B3F83D83202}" destId="{46762647-C153-4F80-A564-96EA2ED351C9}" srcOrd="1" destOrd="1" presId="urn:microsoft.com/office/officeart/2005/8/layout/vList4"/>
    <dgm:cxn modelId="{6DA1EB69-1FA3-4D1A-84B1-855DAE2CD139}" srcId="{CFA17673-0110-432C-A153-174CAEAF7412}" destId="{9FB22EDB-A90F-45EF-ACD1-97582728066D}" srcOrd="2" destOrd="0" parTransId="{A9606454-0BE5-41E6-BDDF-70CFB2BADE4C}" sibTransId="{966006B5-E1B2-4BFD-9843-7559DB2CFFDE}"/>
    <dgm:cxn modelId="{BD0173D1-3C2F-4913-9305-0E5183C46C54}" type="presOf" srcId="{4029C59C-1419-4D3F-8968-5109ADF4CCF5}" destId="{9E6D6EA0-81A8-452D-B355-7C4BDC19C3AB}" srcOrd="1" destOrd="0" presId="urn:microsoft.com/office/officeart/2005/8/layout/vList4"/>
    <dgm:cxn modelId="{349844FF-4787-4180-8FB3-07C0BFB138EE}" type="presOf" srcId="{CAA78342-AF23-44BF-BAA8-A4AD0D1E3984}" destId="{4A7ED370-2E36-4E24-9217-7AFA4DBBEBA5}" srcOrd="0" destOrd="0" presId="urn:microsoft.com/office/officeart/2005/8/layout/vList4"/>
    <dgm:cxn modelId="{ABF6F234-ED99-436E-B314-E33141B7EB93}" srcId="{4029C59C-1419-4D3F-8968-5109ADF4CCF5}" destId="{CEB58255-0AFF-4D72-9C1C-9D876E1DD5BE}" srcOrd="0" destOrd="0" parTransId="{29DD4C89-83BA-4528-982E-F51F6C8FA295}" sibTransId="{62EACC50-3527-4920-BC5D-71C99F9FDD01}"/>
    <dgm:cxn modelId="{05FC182C-BEDD-43DA-A154-751AD276511C}" type="presOf" srcId="{CFA17673-0110-432C-A153-174CAEAF7412}" destId="{FFAE7332-C0D9-4AD1-814D-959BFC384BEA}" srcOrd="0" destOrd="0" presId="urn:microsoft.com/office/officeart/2005/8/layout/vList4"/>
    <dgm:cxn modelId="{482569A8-57BF-450B-82FE-5F0931152625}" type="presOf" srcId="{BF328128-5527-4D31-A314-AECE9EF0F0AF}" destId="{CC7D33CE-37F9-45D8-9F7E-3AFE5F892B01}" srcOrd="1" destOrd="1" presId="urn:microsoft.com/office/officeart/2005/8/layout/vList4"/>
    <dgm:cxn modelId="{143097AC-F02C-4295-95E8-22BB73D8489D}" type="presOf" srcId="{6D26967B-BD1A-4617-85F6-D6CC594F8BF3}" destId="{8917493B-83C6-4141-8E1C-61C7F2A98D77}" srcOrd="1" destOrd="1" presId="urn:microsoft.com/office/officeart/2005/8/layout/vList4"/>
    <dgm:cxn modelId="{02B32790-AABA-4607-AFD2-D2F5E270AD9D}" type="presOf" srcId="{F493C51A-57A6-4700-AA40-F1FB1EF9D04F}" destId="{A7D09C13-9E2A-43E0-B834-6BD71C45EA19}" srcOrd="0" destOrd="0" presId="urn:microsoft.com/office/officeart/2005/8/layout/vList4"/>
    <dgm:cxn modelId="{73634496-7D37-4154-8171-3C406F3953ED}" srcId="{CAA78342-AF23-44BF-BAA8-A4AD0D1E3984}" destId="{34B04F18-D00B-4B3A-8837-28A1EF0BCBC5}" srcOrd="1" destOrd="0" parTransId="{79E550A5-82C4-47CF-8C58-A2A527CF3ABF}" sibTransId="{9D3CB53B-4CA0-4859-9F16-6A969B92EC43}"/>
    <dgm:cxn modelId="{E513DD90-70A1-4FFD-B5DD-75242EA5C88F}" type="presOf" srcId="{34B04F18-D00B-4B3A-8837-28A1EF0BCBC5}" destId="{CC7D33CE-37F9-45D8-9F7E-3AFE5F892B01}" srcOrd="1" destOrd="2" presId="urn:microsoft.com/office/officeart/2005/8/layout/vList4"/>
    <dgm:cxn modelId="{6242877F-6C9F-4CA9-980A-2CF1214CB0C4}" type="presOf" srcId="{50206AA0-4CFA-4F6B-82D5-14B0342936C3}" destId="{B6C44364-D676-4CF5-8FC9-D1A4A8C063C2}" srcOrd="0" destOrd="1" presId="urn:microsoft.com/office/officeart/2005/8/layout/vList4"/>
    <dgm:cxn modelId="{3456D7D7-FE0E-4A14-BBD2-F98A0DAC0870}" srcId="{545F201E-87CF-4C73-8D33-731C10EECB93}" destId="{BF9FFD0E-24BB-4E8B-8627-532BC377B573}" srcOrd="1" destOrd="0" parTransId="{B65344F4-F800-4363-8EE8-7E3F326647B5}" sibTransId="{DADDB9AD-E969-4156-876C-813B16D63671}"/>
    <dgm:cxn modelId="{7D6AC021-F5CA-400D-8C9E-132438A1324A}" type="presOf" srcId="{1E0E4855-C236-40AD-85E7-D2BEFCD7B269}" destId="{9B35AB3B-BB57-4FB3-B314-561086F4ED74}" srcOrd="0" destOrd="0" presId="urn:microsoft.com/office/officeart/2005/8/layout/vList4"/>
    <dgm:cxn modelId="{E18F5013-C0B8-4A35-B369-EEE40F04FA6B}" type="presOf" srcId="{CAE76391-657D-45CA-8B6E-7B3F83D83202}" destId="{A7D09C13-9E2A-43E0-B834-6BD71C45EA19}" srcOrd="0" destOrd="1" presId="urn:microsoft.com/office/officeart/2005/8/layout/vList4"/>
    <dgm:cxn modelId="{6FE3F16F-C0F7-4F63-B8CD-9A432B4DE19A}" type="presOf" srcId="{334CD705-D348-4291-AFEF-E5B117E17E97}" destId="{2A302E03-8940-4390-ADF6-753F5DC8DB1F}" srcOrd="1" destOrd="1" presId="urn:microsoft.com/office/officeart/2005/8/layout/vList4"/>
    <dgm:cxn modelId="{8587CA6D-8A74-45C4-8BCF-1EC2D5854098}" srcId="{CFA17673-0110-432C-A153-174CAEAF7412}" destId="{F493C51A-57A6-4700-AA40-F1FB1EF9D04F}" srcOrd="1" destOrd="0" parTransId="{C5E07E43-5CCA-45F3-A410-0F2032F2098A}" sibTransId="{29B0C669-5704-4461-B989-676EF508BA45}"/>
    <dgm:cxn modelId="{C1C11581-ECA2-4AC5-9DD1-5FAB5EE2DA38}" srcId="{1E0E4855-C236-40AD-85E7-D2BEFCD7B269}" destId="{6D26967B-BD1A-4617-85F6-D6CC594F8BF3}" srcOrd="0" destOrd="0" parTransId="{0A84A500-6293-4B6E-BB88-2992323BAA31}" sibTransId="{1A4E24E8-BAA9-4E86-9D72-5875BD88F631}"/>
    <dgm:cxn modelId="{EA7C0FF0-D521-4599-A9B5-05332D7F9D10}" srcId="{4029C59C-1419-4D3F-8968-5109ADF4CCF5}" destId="{9C699273-B056-402E-8D6B-9F01DFA2ED9F}" srcOrd="1" destOrd="0" parTransId="{8B1851FB-B9AA-4D95-A084-39E3C130FC21}" sibTransId="{9226026E-1586-434E-B56F-23AF07CF6AE7}"/>
    <dgm:cxn modelId="{591606D4-96B6-404C-BEA7-2D1179E4A170}" type="presOf" srcId="{F493C51A-57A6-4700-AA40-F1FB1EF9D04F}" destId="{46762647-C153-4F80-A564-96EA2ED351C9}" srcOrd="1" destOrd="0" presId="urn:microsoft.com/office/officeart/2005/8/layout/vList4"/>
    <dgm:cxn modelId="{5DA2F4C9-B300-401D-B150-A4EFB95980E5}" type="presOf" srcId="{1DDB38E6-7515-462D-BF56-590E7C640098}" destId="{B6C44364-D676-4CF5-8FC9-D1A4A8C063C2}" srcOrd="0" destOrd="2" presId="urn:microsoft.com/office/officeart/2005/8/layout/vList4"/>
    <dgm:cxn modelId="{EC32C56A-0707-4FEA-9E5C-0399390AE026}" type="presOf" srcId="{BF9FFD0E-24BB-4E8B-8627-532BC377B573}" destId="{BFC0E17B-98E4-4B7C-B29B-E2DC8E6C6FA4}" srcOrd="0" destOrd="2" presId="urn:microsoft.com/office/officeart/2005/8/layout/vList4"/>
    <dgm:cxn modelId="{2254CA40-1312-4263-BFA7-5567919CB657}" srcId="{CFA17673-0110-432C-A153-174CAEAF7412}" destId="{545F201E-87CF-4C73-8D33-731C10EECB93}" srcOrd="5" destOrd="0" parTransId="{7B717C18-CAAE-436C-B619-B57C651FDBF3}" sibTransId="{0A83A5D6-3533-4878-A7F8-92BD3B0343EA}"/>
    <dgm:cxn modelId="{5C574966-B7F8-421F-B892-E45BDCAB2701}" type="presOf" srcId="{50206AA0-4CFA-4F6B-82D5-14B0342936C3}" destId="{8E6934BF-10F1-4CBD-AD74-17C598A4DB00}" srcOrd="1" destOrd="1" presId="urn:microsoft.com/office/officeart/2005/8/layout/vList4"/>
    <dgm:cxn modelId="{B0B457BA-083D-4086-AA75-0D9B0B42B0F3}" type="presOf" srcId="{BF9FFD0E-24BB-4E8B-8627-532BC377B573}" destId="{2A302E03-8940-4390-ADF6-753F5DC8DB1F}" srcOrd="1" destOrd="2" presId="urn:microsoft.com/office/officeart/2005/8/layout/vList4"/>
    <dgm:cxn modelId="{F4C47FFB-4E25-4BC4-AC90-5E77721B01CC}" type="presOf" srcId="{CEB58255-0AFF-4D72-9C1C-9D876E1DD5BE}" destId="{9E6D6EA0-81A8-452D-B355-7C4BDC19C3AB}" srcOrd="1" destOrd="1" presId="urn:microsoft.com/office/officeart/2005/8/layout/vList4"/>
    <dgm:cxn modelId="{568697E2-FA77-48D8-BE0D-9FAC14DBB427}" srcId="{545F201E-87CF-4C73-8D33-731C10EECB93}" destId="{334CD705-D348-4291-AFEF-E5B117E17E97}" srcOrd="0" destOrd="0" parTransId="{351BF166-3C34-41BA-A002-C68380575757}" sibTransId="{1C75035E-1B3A-4A5F-9ED2-2431441013EB}"/>
    <dgm:cxn modelId="{FE7FB5B4-81AE-4432-B732-74BF1FA67C65}" srcId="{1E0E4855-C236-40AD-85E7-D2BEFCD7B269}" destId="{845B3074-5445-4819-8EC5-0D2B770385A5}" srcOrd="1" destOrd="0" parTransId="{2DEB25E8-784E-486A-9527-54B756643BA9}" sibTransId="{A61AD8CD-6CC5-4285-8C2D-DB83CFC492B5}"/>
    <dgm:cxn modelId="{E2423EA7-641C-4DCD-9FA7-6B33B4D105AE}" type="presOf" srcId="{34B04F18-D00B-4B3A-8837-28A1EF0BCBC5}" destId="{4A7ED370-2E36-4E24-9217-7AFA4DBBEBA5}" srcOrd="0" destOrd="2" presId="urn:microsoft.com/office/officeart/2005/8/layout/vList4"/>
    <dgm:cxn modelId="{BAB14F2A-25F5-445B-896D-F27C59638714}" type="presOf" srcId="{845B3074-5445-4819-8EC5-0D2B770385A5}" destId="{8917493B-83C6-4141-8E1C-61C7F2A98D77}" srcOrd="1" destOrd="2" presId="urn:microsoft.com/office/officeart/2005/8/layout/vList4"/>
    <dgm:cxn modelId="{80F4C024-5726-4210-B762-BF4030D45341}" type="presOf" srcId="{BF328128-5527-4D31-A314-AECE9EF0F0AF}" destId="{4A7ED370-2E36-4E24-9217-7AFA4DBBEBA5}" srcOrd="0" destOrd="1" presId="urn:microsoft.com/office/officeart/2005/8/layout/vList4"/>
    <dgm:cxn modelId="{C4A1FDBE-509C-4A98-A8CA-BD02E2143450}" type="presOf" srcId="{9FB22EDB-A90F-45EF-ACD1-97582728066D}" destId="{B6C44364-D676-4CF5-8FC9-D1A4A8C063C2}" srcOrd="0" destOrd="0" presId="urn:microsoft.com/office/officeart/2005/8/layout/vList4"/>
    <dgm:cxn modelId="{C893D183-A673-4953-A456-37604F95E640}" srcId="{CFA17673-0110-432C-A153-174CAEAF7412}" destId="{1E0E4855-C236-40AD-85E7-D2BEFCD7B269}" srcOrd="3" destOrd="0" parTransId="{ABE1E173-D99F-457E-B2A6-FB9AD005F995}" sibTransId="{034062B5-D0E0-4708-93CA-CDDBD565FC73}"/>
    <dgm:cxn modelId="{07309586-46CB-4C30-AEA9-36027A9532F8}" srcId="{9FB22EDB-A90F-45EF-ACD1-97582728066D}" destId="{1DDB38E6-7515-462D-BF56-590E7C640098}" srcOrd="1" destOrd="0" parTransId="{B7648A5C-76AE-4183-8AF0-9AE0D8393285}" sibTransId="{576E3603-42EB-47C5-958C-29A92BCDF3A7}"/>
    <dgm:cxn modelId="{D6861329-4887-4301-B224-0169157B7918}" type="presOf" srcId="{4029C59C-1419-4D3F-8968-5109ADF4CCF5}" destId="{BB7A90BD-1D14-47E8-97FF-97F560535B11}" srcOrd="0" destOrd="0" presId="urn:microsoft.com/office/officeart/2005/8/layout/vList4"/>
    <dgm:cxn modelId="{E845ABCE-0612-4427-8DE0-936C07BD3DF6}" type="presOf" srcId="{334CD705-D348-4291-AFEF-E5B117E17E97}" destId="{BFC0E17B-98E4-4B7C-B29B-E2DC8E6C6FA4}" srcOrd="0" destOrd="1" presId="urn:microsoft.com/office/officeart/2005/8/layout/vList4"/>
    <dgm:cxn modelId="{C1A1B53D-9619-4797-A31C-1550318F3CAD}" type="presParOf" srcId="{FFAE7332-C0D9-4AD1-814D-959BFC384BEA}" destId="{CFFED343-BA3D-41CF-8286-A1FBA389CF38}" srcOrd="0" destOrd="0" presId="urn:microsoft.com/office/officeart/2005/8/layout/vList4"/>
    <dgm:cxn modelId="{D90D9D5A-A0FA-4A7A-A2AA-CAA9EA5C47BD}" type="presParOf" srcId="{CFFED343-BA3D-41CF-8286-A1FBA389CF38}" destId="{BB7A90BD-1D14-47E8-97FF-97F560535B11}" srcOrd="0" destOrd="0" presId="urn:microsoft.com/office/officeart/2005/8/layout/vList4"/>
    <dgm:cxn modelId="{B909A6DA-12CE-4586-AE76-80981E691FBB}" type="presParOf" srcId="{CFFED343-BA3D-41CF-8286-A1FBA389CF38}" destId="{38913153-BF7E-44CC-AD61-A5B7C4D1601E}" srcOrd="1" destOrd="0" presId="urn:microsoft.com/office/officeart/2005/8/layout/vList4"/>
    <dgm:cxn modelId="{20491488-49ED-4D4D-8D7D-F2C818351BA5}" type="presParOf" srcId="{CFFED343-BA3D-41CF-8286-A1FBA389CF38}" destId="{9E6D6EA0-81A8-452D-B355-7C4BDC19C3AB}" srcOrd="2" destOrd="0" presId="urn:microsoft.com/office/officeart/2005/8/layout/vList4"/>
    <dgm:cxn modelId="{D65A0890-D738-4FCF-A518-0C06C56DFAFD}" type="presParOf" srcId="{FFAE7332-C0D9-4AD1-814D-959BFC384BEA}" destId="{7B5E63E8-E896-487A-AA32-8BA71A4C740E}" srcOrd="1" destOrd="0" presId="urn:microsoft.com/office/officeart/2005/8/layout/vList4"/>
    <dgm:cxn modelId="{B73AB985-D411-41A9-A9F9-358D5092DE33}" type="presParOf" srcId="{FFAE7332-C0D9-4AD1-814D-959BFC384BEA}" destId="{658371A9-E164-4C18-B87D-5E020162DB1D}" srcOrd="2" destOrd="0" presId="urn:microsoft.com/office/officeart/2005/8/layout/vList4"/>
    <dgm:cxn modelId="{59A6A4EC-D6F6-4684-ADB1-FA354B5EA683}" type="presParOf" srcId="{658371A9-E164-4C18-B87D-5E020162DB1D}" destId="{A7D09C13-9E2A-43E0-B834-6BD71C45EA19}" srcOrd="0" destOrd="0" presId="urn:microsoft.com/office/officeart/2005/8/layout/vList4"/>
    <dgm:cxn modelId="{868E2724-AC4B-43E6-AD29-BFD3C71DAA4C}" type="presParOf" srcId="{658371A9-E164-4C18-B87D-5E020162DB1D}" destId="{68CE02BA-4280-4A95-8767-E6D95A3B6123}" srcOrd="1" destOrd="0" presId="urn:microsoft.com/office/officeart/2005/8/layout/vList4"/>
    <dgm:cxn modelId="{4D924F8E-C1AC-4B62-B7EC-B442E176A3E3}" type="presParOf" srcId="{658371A9-E164-4C18-B87D-5E020162DB1D}" destId="{46762647-C153-4F80-A564-96EA2ED351C9}" srcOrd="2" destOrd="0" presId="urn:microsoft.com/office/officeart/2005/8/layout/vList4"/>
    <dgm:cxn modelId="{7B9D5B97-39D7-4155-8956-CA8AF37912AD}" type="presParOf" srcId="{FFAE7332-C0D9-4AD1-814D-959BFC384BEA}" destId="{27F9CAE5-6F4A-4F00-8911-03125F5EB0EA}" srcOrd="3" destOrd="0" presId="urn:microsoft.com/office/officeart/2005/8/layout/vList4"/>
    <dgm:cxn modelId="{0A794EB7-100A-4ED9-B9AC-64C3D1115627}" type="presParOf" srcId="{FFAE7332-C0D9-4AD1-814D-959BFC384BEA}" destId="{B4C2250E-6B56-4543-8ABF-18F2B0E80B00}" srcOrd="4" destOrd="0" presId="urn:microsoft.com/office/officeart/2005/8/layout/vList4"/>
    <dgm:cxn modelId="{BC8E16E8-9B83-4DB3-9E01-1BDC1BB53D4D}" type="presParOf" srcId="{B4C2250E-6B56-4543-8ABF-18F2B0E80B00}" destId="{B6C44364-D676-4CF5-8FC9-D1A4A8C063C2}" srcOrd="0" destOrd="0" presId="urn:microsoft.com/office/officeart/2005/8/layout/vList4"/>
    <dgm:cxn modelId="{5F49D5D3-C117-484E-805B-79CB397C643F}" type="presParOf" srcId="{B4C2250E-6B56-4543-8ABF-18F2B0E80B00}" destId="{8779FB9F-49A4-434F-BA72-7101BA0932BC}" srcOrd="1" destOrd="0" presId="urn:microsoft.com/office/officeart/2005/8/layout/vList4"/>
    <dgm:cxn modelId="{AE40D78B-4122-4173-A13B-8D170F4A4F6C}" type="presParOf" srcId="{B4C2250E-6B56-4543-8ABF-18F2B0E80B00}" destId="{8E6934BF-10F1-4CBD-AD74-17C598A4DB00}" srcOrd="2" destOrd="0" presId="urn:microsoft.com/office/officeart/2005/8/layout/vList4"/>
    <dgm:cxn modelId="{05829511-AB60-49F4-97F2-8BFE0E725AA6}" type="presParOf" srcId="{FFAE7332-C0D9-4AD1-814D-959BFC384BEA}" destId="{FA7F3E5F-DBD7-4DB5-BFA7-C2B1C96C3D23}" srcOrd="5" destOrd="0" presId="urn:microsoft.com/office/officeart/2005/8/layout/vList4"/>
    <dgm:cxn modelId="{4F2BEF88-FF6F-4177-98B2-03502EB93A5F}" type="presParOf" srcId="{FFAE7332-C0D9-4AD1-814D-959BFC384BEA}" destId="{5EEDA06E-EFB6-41D5-9B9B-B183D8AF2CB2}" srcOrd="6" destOrd="0" presId="urn:microsoft.com/office/officeart/2005/8/layout/vList4"/>
    <dgm:cxn modelId="{96D539C3-03C3-45F7-A90D-36EC3A7F5A59}" type="presParOf" srcId="{5EEDA06E-EFB6-41D5-9B9B-B183D8AF2CB2}" destId="{9B35AB3B-BB57-4FB3-B314-561086F4ED74}" srcOrd="0" destOrd="0" presId="urn:microsoft.com/office/officeart/2005/8/layout/vList4"/>
    <dgm:cxn modelId="{6287E6E0-7824-4B2C-AB48-A60CEE1AA398}" type="presParOf" srcId="{5EEDA06E-EFB6-41D5-9B9B-B183D8AF2CB2}" destId="{61501329-0276-42E5-B149-1F9BA87B37A7}" srcOrd="1" destOrd="0" presId="urn:microsoft.com/office/officeart/2005/8/layout/vList4"/>
    <dgm:cxn modelId="{A013DE9A-5670-4699-A09A-67CF2EF6CDE7}" type="presParOf" srcId="{5EEDA06E-EFB6-41D5-9B9B-B183D8AF2CB2}" destId="{8917493B-83C6-4141-8E1C-61C7F2A98D77}" srcOrd="2" destOrd="0" presId="urn:microsoft.com/office/officeart/2005/8/layout/vList4"/>
    <dgm:cxn modelId="{BCC8F8D8-2FE2-441F-B499-A8AAE3A1862C}" type="presParOf" srcId="{FFAE7332-C0D9-4AD1-814D-959BFC384BEA}" destId="{517EC9B7-4FCC-41C8-B301-D914D1172A61}" srcOrd="7" destOrd="0" presId="urn:microsoft.com/office/officeart/2005/8/layout/vList4"/>
    <dgm:cxn modelId="{398F59B9-F917-4D33-8551-A4FC563B2747}" type="presParOf" srcId="{FFAE7332-C0D9-4AD1-814D-959BFC384BEA}" destId="{4EAE24E3-5D11-4359-8B56-F1FD4F070934}" srcOrd="8" destOrd="0" presId="urn:microsoft.com/office/officeart/2005/8/layout/vList4"/>
    <dgm:cxn modelId="{225F8B2B-80D1-4AC9-8682-A2CC934D47D8}" type="presParOf" srcId="{4EAE24E3-5D11-4359-8B56-F1FD4F070934}" destId="{4A7ED370-2E36-4E24-9217-7AFA4DBBEBA5}" srcOrd="0" destOrd="0" presId="urn:microsoft.com/office/officeart/2005/8/layout/vList4"/>
    <dgm:cxn modelId="{15C8A262-CB58-469D-A365-9AF54D9B3BD0}" type="presParOf" srcId="{4EAE24E3-5D11-4359-8B56-F1FD4F070934}" destId="{87C0C08A-2B50-47B2-A00A-3E6E5003C9EF}" srcOrd="1" destOrd="0" presId="urn:microsoft.com/office/officeart/2005/8/layout/vList4"/>
    <dgm:cxn modelId="{E3B19A17-A405-4E05-99F0-BBFDA98A803E}" type="presParOf" srcId="{4EAE24E3-5D11-4359-8B56-F1FD4F070934}" destId="{CC7D33CE-37F9-45D8-9F7E-3AFE5F892B01}" srcOrd="2" destOrd="0" presId="urn:microsoft.com/office/officeart/2005/8/layout/vList4"/>
    <dgm:cxn modelId="{A8F5A90D-A9CB-44F8-8113-39143A7B5FF9}" type="presParOf" srcId="{FFAE7332-C0D9-4AD1-814D-959BFC384BEA}" destId="{09D7C42B-3F13-47E2-AE5C-D2E9E5296F84}" srcOrd="9" destOrd="0" presId="urn:microsoft.com/office/officeart/2005/8/layout/vList4"/>
    <dgm:cxn modelId="{02C5EF59-4AE6-4969-985F-5EC43FAE6320}" type="presParOf" srcId="{FFAE7332-C0D9-4AD1-814D-959BFC384BEA}" destId="{8002C4D8-067D-4790-A6CA-6B9654D2ADB4}" srcOrd="10" destOrd="0" presId="urn:microsoft.com/office/officeart/2005/8/layout/vList4"/>
    <dgm:cxn modelId="{79D5337E-F7D3-4C8B-A30A-511BCFE6F3DF}" type="presParOf" srcId="{8002C4D8-067D-4790-A6CA-6B9654D2ADB4}" destId="{BFC0E17B-98E4-4B7C-B29B-E2DC8E6C6FA4}" srcOrd="0" destOrd="0" presId="urn:microsoft.com/office/officeart/2005/8/layout/vList4"/>
    <dgm:cxn modelId="{4AD18208-D22A-4D82-AAAC-531D924D19B1}" type="presParOf" srcId="{8002C4D8-067D-4790-A6CA-6B9654D2ADB4}" destId="{76E40107-D2B8-456F-A21F-6281F4DAAA8B}" srcOrd="1" destOrd="0" presId="urn:microsoft.com/office/officeart/2005/8/layout/vList4"/>
    <dgm:cxn modelId="{896E82F2-B18F-4787-A641-4591604ED23E}" type="presParOf" srcId="{8002C4D8-067D-4790-A6CA-6B9654D2ADB4}" destId="{2A302E03-8940-4390-ADF6-753F5DC8DB1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E3B9B0-4326-4602-92A5-2C9CC1770C0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58BEB9-0801-4407-A60D-F00E267BB2F2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Google Chrome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D818A1EC-8776-433B-ABFB-EE4B4382A1F9}" type="parTrans" cxnId="{CE61654F-0DB4-4A7A-AB1B-583AB05A67AD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083549B1-5123-4F21-9E81-F27D0037BD0F}" type="sibTrans" cxnId="{CE61654F-0DB4-4A7A-AB1B-583AB05A67AD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6EFA04E5-3A51-4149-90E5-8A9EF0B55359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Самый популярный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C9C47354-2C7E-4C30-9BAB-ABEC0BF87635}" type="parTrans" cxnId="{7C35E0FE-B2BF-4927-B34F-27EBCA47D1D4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5F947067-81E5-43FA-A700-45091D4D1C11}" type="sibTrans" cxnId="{7C35E0FE-B2BF-4927-B34F-27EBCA47D1D4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528AC673-972D-41F1-A2D2-97A59178F5BE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Синхронизация с аккаунтом </a:t>
          </a:r>
          <a:r>
            <a:rPr lang="en-US" dirty="0" smtClean="0">
              <a:latin typeface="Arial" pitchFamily="34" charset="0"/>
              <a:cs typeface="Arial" pitchFamily="34" charset="0"/>
            </a:rPr>
            <a:t>Google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EE56CD3E-1AB8-4C78-AEAC-ED9C7E129EEA}" type="parTrans" cxnId="{D21E4ECA-867E-43FC-A6E6-EA5D0244886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784D35E6-2203-411E-B8B6-A7F9551361BC}" type="sibTrans" cxnId="{D21E4ECA-867E-43FC-A6E6-EA5D0244886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E37565E7-E851-4126-B092-DD2D906E30A9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Mozilla Firefox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CF4403D-6C56-4F25-B373-C45414DA7870}" type="parTrans" cxnId="{F5D9353D-5DEF-4926-BA95-F0B75CB0FB3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81CD1236-CE73-4CF7-847E-45615B82B691}" type="sibTrans" cxnId="{F5D9353D-5DEF-4926-BA95-F0B75CB0FB3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C69E36BE-8644-4964-94F7-BA9742E18558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Открытый исходный код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1E23599-448F-40A8-85A9-969832590D96}" type="parTrans" cxnId="{DCA1324C-4F02-46CD-8325-47D75A06600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2EEFDE39-DA7B-4B0C-80AA-9054FBCDE264}" type="sibTrans" cxnId="{DCA1324C-4F02-46CD-8325-47D75A06600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4427568A-B201-4C44-A916-92CB194EDF38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Сильная защита приватности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CA683FCE-E298-480B-8A44-DEB64DAD8C44}" type="parTrans" cxnId="{D83BEFD3-46DE-4CE4-8654-CC48EE15502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0A83B7EE-8E58-4D5E-8ADC-29901B44BCEE}" type="sibTrans" cxnId="{D83BEFD3-46DE-4CE4-8654-CC48EE15502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A5704DB2-D3ED-4BAD-9411-76153B2E9429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Safari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8326250B-5417-412F-AF91-FFBD29861E9F}" type="parTrans" cxnId="{30293C77-7D72-4974-BC8F-480A3DB61AA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C3BB4C59-32C6-40C3-8192-21752BDA60BF}" type="sibTrans" cxnId="{30293C77-7D72-4974-BC8F-480A3DB61AA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00D4F24A-6054-4572-B2A8-FD972C2BFF0C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Удобен для русскоязычных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8CDD16B9-8493-4111-B52B-27FEEEB4CC77}" type="parTrans" cxnId="{41644809-361C-4152-A8AD-56859843167B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22420EEA-0626-423C-BA1A-F0FD93BB709E}" type="sibTrans" cxnId="{41644809-361C-4152-A8AD-56859843167B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4CEDDF8F-B104-46FC-AF40-184328A773B9}">
      <dgm:prSet phldrT="[Текст]"/>
      <dgm:spPr/>
      <dgm:t>
        <a:bodyPr/>
        <a:lstStyle/>
        <a:p>
          <a:r>
            <a:rPr lang="ru-RU" dirty="0" err="1" smtClean="0">
              <a:latin typeface="Arial" pitchFamily="34" charset="0"/>
              <a:cs typeface="Arial" pitchFamily="34" charset="0"/>
            </a:rPr>
            <a:t>Блокировщик</a:t>
          </a:r>
          <a:r>
            <a:rPr lang="ru-RU" dirty="0" smtClean="0">
              <a:latin typeface="Arial" pitchFamily="34" charset="0"/>
              <a:cs typeface="Arial" pitchFamily="34" charset="0"/>
            </a:rPr>
            <a:t> рекламы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9976DF30-3BBC-4E71-86F3-1D55E36AF482}" type="parTrans" cxnId="{5AF12D97-2BE4-43AF-A4B4-D383AB688C1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525B2C1E-CB02-4319-9CC8-9EDD37AB7A03}" type="sibTrans" cxnId="{5AF12D97-2BE4-43AF-A4B4-D383AB688C1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BC2D7CCA-E747-4FB7-A053-0F9241EA8F2B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Яндекс Браузер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92756143-481E-424C-9B5E-47C92B6E2B6F}" type="parTrans" cxnId="{D5B5772C-E150-4AE1-B26B-822F4A2ABC1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715D4071-937D-47E5-9A85-29E1C1D63324}" type="sibTrans" cxnId="{D5B5772C-E150-4AE1-B26B-822F4A2ABC1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EF865A1F-64E8-4465-8E8C-CA536B243BAD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Microsoft Edge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A00C4AC1-4FB0-4BF7-8ED4-382D87FE9432}" type="parTrans" cxnId="{CF1628E4-1E09-48E4-AA0E-6922453B7AB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E5C5099E-36C2-49D8-8CFB-C3BEA25E9111}" type="sibTrans" cxnId="{CF1628E4-1E09-48E4-AA0E-6922453B7AB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2B7EAF2-0D7E-4D4B-A2D1-537093CE3186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Opera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1EBB62FF-0DC9-4B94-AB38-710E372D067C}" type="parTrans" cxnId="{DDB33116-3439-4EAE-A47D-A375C05285A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8B0F80B2-FC13-4FF3-A4A5-0DA832C94499}" type="sibTrans" cxnId="{DDB33116-3439-4EAE-A47D-A375C05285A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7F1F50FE-913A-475B-84F6-D4ADF643160D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Идеальная энергоэффективность на </a:t>
          </a:r>
          <a:r>
            <a:rPr lang="en-US" dirty="0" smtClean="0">
              <a:latin typeface="Arial" pitchFamily="34" charset="0"/>
              <a:cs typeface="Arial" pitchFamily="34" charset="0"/>
            </a:rPr>
            <a:t>Apple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4CF578FC-6A41-4B6A-AAAE-17A9A54E4760}" type="parTrans" cxnId="{0C7147C5-4063-4841-BC83-857DCFFF8536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F2B68051-A26B-4B0A-8B27-4D97AF5A5D08}" type="sibTrans" cxnId="{0C7147C5-4063-4841-BC83-857DCFFF8536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596E6429-DECF-465D-99EF-18C8E52F04B9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Быстрый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12D810C5-0126-4FCC-9702-5916163357EE}" type="parTrans" cxnId="{B11553F9-826D-471B-9C9A-561AEFD7D6E6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2C1AFE1D-81CF-412C-8017-3983BB4135A2}" type="sibTrans" cxnId="{B11553F9-826D-471B-9C9A-561AEFD7D6E6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E98F5416-0733-4118-A267-968AC2A317EB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Встроен в </a:t>
          </a:r>
          <a:r>
            <a:rPr lang="en-US" dirty="0" smtClean="0">
              <a:latin typeface="Arial" pitchFamily="34" charset="0"/>
              <a:cs typeface="Arial" pitchFamily="34" charset="0"/>
            </a:rPr>
            <a:t>Windows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32C5163-6345-4613-962B-E0505DD903C1}" type="parTrans" cxnId="{201DFB9D-5DDA-476D-B906-679F7487025E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2A4BD55F-5A25-4315-8CFC-5B503F0D77AD}" type="sibTrans" cxnId="{201DFB9D-5DDA-476D-B906-679F7487025E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A51FC9D9-3439-41A9-AF82-D1880831F064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Экономит батарею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85CCBDC1-968A-4B15-9BD6-45CABBB543B9}" type="parTrans" cxnId="{2D9C43FD-4C38-46F6-930A-C8F442963073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E12DEC8B-CAA0-461D-A75C-5E8EA371DE1F}" type="sibTrans" cxnId="{2D9C43FD-4C38-46F6-930A-C8F442963073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B41B0D55-B7FF-419E-AA5A-76293A8DE5C2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Поддержка </a:t>
          </a:r>
          <a:r>
            <a:rPr lang="en-US" dirty="0" smtClean="0">
              <a:latin typeface="Arial" pitchFamily="34" charset="0"/>
              <a:cs typeface="Arial" pitchFamily="34" charset="0"/>
            </a:rPr>
            <a:t>Chrome-</a:t>
          </a:r>
          <a:r>
            <a:rPr lang="ru-RU" dirty="0" smtClean="0">
              <a:latin typeface="Arial" pitchFamily="34" charset="0"/>
              <a:cs typeface="Arial" pitchFamily="34" charset="0"/>
            </a:rPr>
            <a:t>расширений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304C012-7185-470C-88BF-3414B1EE1613}" type="parTrans" cxnId="{A399DE34-B67C-4253-9E29-A8A5393E5415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8EC09C7F-36CD-47FF-96FB-101B5B7A7DA6}" type="sibTrans" cxnId="{A399DE34-B67C-4253-9E29-A8A5393E5415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6BB3A5E-0089-4340-B960-0A0980380438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Встроенный </a:t>
          </a:r>
          <a:r>
            <a:rPr lang="ru-RU" dirty="0" err="1" smtClean="0">
              <a:latin typeface="Arial" pitchFamily="34" charset="0"/>
              <a:cs typeface="Arial" pitchFamily="34" charset="0"/>
            </a:rPr>
            <a:t>блокировщик</a:t>
          </a:r>
          <a:r>
            <a:rPr lang="ru-RU" dirty="0" smtClean="0">
              <a:latin typeface="Arial" pitchFamily="34" charset="0"/>
              <a:cs typeface="Arial" pitchFamily="34" charset="0"/>
            </a:rPr>
            <a:t> рекламы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366CABE6-89AD-492F-9376-F1C91A03472B}" type="parTrans" cxnId="{37CE64C4-1760-456F-A0B6-6BC26829B45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D45516D-0DF1-468E-B8E9-D97B01CC7142}" type="sibTrans" cxnId="{37CE64C4-1760-456F-A0B6-6BC26829B45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DB299941-7D84-4F87-9CC1-2D6B15208BF1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VPN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4BEBA33C-EDD1-4510-8BB5-BAF4B5C32CC3}" type="parTrans" cxnId="{4AB89531-4208-488D-95C0-9830CFE947C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67F53340-3B90-4835-BE75-D40F142BDDD1}" type="sibTrans" cxnId="{4AB89531-4208-488D-95C0-9830CFE947C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665F8196-AB53-4015-B614-940A88ADC7F0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Интеграция с сервисами Яндекс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88A31F48-F1B9-4293-A33D-5DB30E3BBA76}" type="parTrans" cxnId="{C48E4C24-4234-429A-8FA5-96ADE7CF387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FF8A78A1-72C1-4E8A-8884-08962DA6B125}" type="sibTrans" cxnId="{C48E4C24-4234-429A-8FA5-96ADE7CF387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3E1A7D3-8A5E-4A75-B8E4-D56ACACE7407}" type="pres">
      <dgm:prSet presAssocID="{7AE3B9B0-4326-4602-92A5-2C9CC1770C0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B1A6051-F3D3-4214-90A5-FC206C3E6449}" type="pres">
      <dgm:prSet presAssocID="{8758BEB9-0801-4407-A60D-F00E267BB2F2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15211A-0197-4851-A03B-223D70FE20C5}" type="pres">
      <dgm:prSet presAssocID="{083549B1-5123-4F21-9E81-F27D0037BD0F}" presName="sibTrans" presStyleCnt="0"/>
      <dgm:spPr/>
    </dgm:pt>
    <dgm:pt modelId="{BACC3439-61E4-49FC-969D-484D96EDC7C0}" type="pres">
      <dgm:prSet presAssocID="{E37565E7-E851-4126-B092-DD2D906E30A9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6A38670-B31C-4369-97F2-4C37C7924AAB}" type="pres">
      <dgm:prSet presAssocID="{81CD1236-CE73-4CF7-847E-45615B82B691}" presName="sibTrans" presStyleCnt="0"/>
      <dgm:spPr/>
    </dgm:pt>
    <dgm:pt modelId="{ABDA88D6-D684-41E9-AD3D-71D8BE7E9E3C}" type="pres">
      <dgm:prSet presAssocID="{A5704DB2-D3ED-4BAD-9411-76153B2E9429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446A1AF-AFA4-4F8F-9AA3-824D466AA174}" type="pres">
      <dgm:prSet presAssocID="{C3BB4C59-32C6-40C3-8192-21752BDA60BF}" presName="sibTrans" presStyleCnt="0"/>
      <dgm:spPr/>
    </dgm:pt>
    <dgm:pt modelId="{78CF6C56-9116-4992-A862-08F696DA0B29}" type="pres">
      <dgm:prSet presAssocID="{EF865A1F-64E8-4465-8E8C-CA536B243BAD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3D6327-5224-47B4-B27F-E398AEBF378D}" type="pres">
      <dgm:prSet presAssocID="{E5C5099E-36C2-49D8-8CFB-C3BEA25E9111}" presName="sibTrans" presStyleCnt="0"/>
      <dgm:spPr/>
    </dgm:pt>
    <dgm:pt modelId="{E1E9F71D-1C4A-4DFF-AC45-76AE731743E7}" type="pres">
      <dgm:prSet presAssocID="{12B7EAF2-0D7E-4D4B-A2D1-537093CE3186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FD4969E-3340-493A-AECD-D0A018EE28ED}" type="pres">
      <dgm:prSet presAssocID="{8B0F80B2-FC13-4FF3-A4A5-0DA832C94499}" presName="sibTrans" presStyleCnt="0"/>
      <dgm:spPr/>
    </dgm:pt>
    <dgm:pt modelId="{655B8982-C8B6-4832-8976-FB4AEF9C8AE0}" type="pres">
      <dgm:prSet presAssocID="{BC2D7CCA-E747-4FB7-A053-0F9241EA8F2B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1644809-361C-4152-A8AD-56859843167B}" srcId="{BC2D7CCA-E747-4FB7-A053-0F9241EA8F2B}" destId="{00D4F24A-6054-4572-B2A8-FD972C2BFF0C}" srcOrd="0" destOrd="0" parTransId="{8CDD16B9-8493-4111-B52B-27FEEEB4CC77}" sibTransId="{22420EEA-0626-423C-BA1A-F0FD93BB709E}"/>
    <dgm:cxn modelId="{AB0629A3-82C8-4F86-ADEA-691805C94D9D}" type="presOf" srcId="{C69E36BE-8644-4964-94F7-BA9742E18558}" destId="{BACC3439-61E4-49FC-969D-484D96EDC7C0}" srcOrd="0" destOrd="1" presId="urn:microsoft.com/office/officeart/2005/8/layout/default"/>
    <dgm:cxn modelId="{5AF12D97-2BE4-43AF-A4B4-D383AB688C19}" srcId="{BC2D7CCA-E747-4FB7-A053-0F9241EA8F2B}" destId="{4CEDDF8F-B104-46FC-AF40-184328A773B9}" srcOrd="1" destOrd="0" parTransId="{9976DF30-3BBC-4E71-86F3-1D55E36AF482}" sibTransId="{525B2C1E-CB02-4319-9CC8-9EDD37AB7A03}"/>
    <dgm:cxn modelId="{DDB33116-3439-4EAE-A47D-A375C05285A1}" srcId="{7AE3B9B0-4326-4602-92A5-2C9CC1770C02}" destId="{12B7EAF2-0D7E-4D4B-A2D1-537093CE3186}" srcOrd="4" destOrd="0" parTransId="{1EBB62FF-0DC9-4B94-AB38-710E372D067C}" sibTransId="{8B0F80B2-FC13-4FF3-A4A5-0DA832C94499}"/>
    <dgm:cxn modelId="{5FF94011-CB48-4077-BD8F-1A2B94029BF4}" type="presOf" srcId="{B41B0D55-B7FF-419E-AA5A-76293A8DE5C2}" destId="{78CF6C56-9116-4992-A862-08F696DA0B29}" srcOrd="0" destOrd="3" presId="urn:microsoft.com/office/officeart/2005/8/layout/default"/>
    <dgm:cxn modelId="{4AB89531-4208-488D-95C0-9830CFE947C1}" srcId="{12B7EAF2-0D7E-4D4B-A2D1-537093CE3186}" destId="{DB299941-7D84-4F87-9CC1-2D6B15208BF1}" srcOrd="1" destOrd="0" parTransId="{4BEBA33C-EDD1-4510-8BB5-BAF4B5C32CC3}" sibTransId="{67F53340-3B90-4835-BE75-D40F142BDDD1}"/>
    <dgm:cxn modelId="{00393BD9-AB35-4E0C-82C7-A053F4CD0456}" type="presOf" srcId="{E37565E7-E851-4126-B092-DD2D906E30A9}" destId="{BACC3439-61E4-49FC-969D-484D96EDC7C0}" srcOrd="0" destOrd="0" presId="urn:microsoft.com/office/officeart/2005/8/layout/default"/>
    <dgm:cxn modelId="{77D06AD6-8361-4A83-8A1B-7C02E31E6606}" type="presOf" srcId="{596E6429-DECF-465D-99EF-18C8E52F04B9}" destId="{ABDA88D6-D684-41E9-AD3D-71D8BE7E9E3C}" srcOrd="0" destOrd="2" presId="urn:microsoft.com/office/officeart/2005/8/layout/default"/>
    <dgm:cxn modelId="{253E794E-428D-4EDD-9899-2FACCBA712FC}" type="presOf" srcId="{DB299941-7D84-4F87-9CC1-2D6B15208BF1}" destId="{E1E9F71D-1C4A-4DFF-AC45-76AE731743E7}" srcOrd="0" destOrd="2" presId="urn:microsoft.com/office/officeart/2005/8/layout/default"/>
    <dgm:cxn modelId="{75100B5E-1359-442D-A3D3-9B844D30B9A8}" type="presOf" srcId="{E98F5416-0733-4118-A267-968AC2A317EB}" destId="{78CF6C56-9116-4992-A862-08F696DA0B29}" srcOrd="0" destOrd="1" presId="urn:microsoft.com/office/officeart/2005/8/layout/default"/>
    <dgm:cxn modelId="{B11553F9-826D-471B-9C9A-561AEFD7D6E6}" srcId="{A5704DB2-D3ED-4BAD-9411-76153B2E9429}" destId="{596E6429-DECF-465D-99EF-18C8E52F04B9}" srcOrd="1" destOrd="0" parTransId="{12D810C5-0126-4FCC-9702-5916163357EE}" sibTransId="{2C1AFE1D-81CF-412C-8017-3983BB4135A2}"/>
    <dgm:cxn modelId="{F5D9353D-5DEF-4926-BA95-F0B75CB0FB37}" srcId="{7AE3B9B0-4326-4602-92A5-2C9CC1770C02}" destId="{E37565E7-E851-4126-B092-DD2D906E30A9}" srcOrd="1" destOrd="0" parTransId="{0CF4403D-6C56-4F25-B373-C45414DA7870}" sibTransId="{81CD1236-CE73-4CF7-847E-45615B82B691}"/>
    <dgm:cxn modelId="{FD90B0D0-9F67-44EF-B75E-635499A961E8}" type="presOf" srcId="{8758BEB9-0801-4407-A60D-F00E267BB2F2}" destId="{0B1A6051-F3D3-4214-90A5-FC206C3E6449}" srcOrd="0" destOrd="0" presId="urn:microsoft.com/office/officeart/2005/8/layout/default"/>
    <dgm:cxn modelId="{9E8C1FFB-C7F1-4A54-B0D2-9848E001404D}" type="presOf" srcId="{16BB3A5E-0089-4340-B960-0A0980380438}" destId="{E1E9F71D-1C4A-4DFF-AC45-76AE731743E7}" srcOrd="0" destOrd="1" presId="urn:microsoft.com/office/officeart/2005/8/layout/default"/>
    <dgm:cxn modelId="{71FF8B04-8466-4920-B618-D1847CAD0A28}" type="presOf" srcId="{00D4F24A-6054-4572-B2A8-FD972C2BFF0C}" destId="{655B8982-C8B6-4832-8976-FB4AEF9C8AE0}" srcOrd="0" destOrd="1" presId="urn:microsoft.com/office/officeart/2005/8/layout/default"/>
    <dgm:cxn modelId="{D5B5772C-E150-4AE1-B26B-822F4A2ABC11}" srcId="{7AE3B9B0-4326-4602-92A5-2C9CC1770C02}" destId="{BC2D7CCA-E747-4FB7-A053-0F9241EA8F2B}" srcOrd="5" destOrd="0" parTransId="{92756143-481E-424C-9B5E-47C92B6E2B6F}" sibTransId="{715D4071-937D-47E5-9A85-29E1C1D63324}"/>
    <dgm:cxn modelId="{0C7147C5-4063-4841-BC83-857DCFFF8536}" srcId="{A5704DB2-D3ED-4BAD-9411-76153B2E9429}" destId="{7F1F50FE-913A-475B-84F6-D4ADF643160D}" srcOrd="0" destOrd="0" parTransId="{4CF578FC-6A41-4B6A-AAAE-17A9A54E4760}" sibTransId="{F2B68051-A26B-4B0A-8B27-4D97AF5A5D08}"/>
    <dgm:cxn modelId="{200BA158-9BDB-4AD3-9805-F0745BE96F13}" type="presOf" srcId="{665F8196-AB53-4015-B614-940A88ADC7F0}" destId="{655B8982-C8B6-4832-8976-FB4AEF9C8AE0}" srcOrd="0" destOrd="3" presId="urn:microsoft.com/office/officeart/2005/8/layout/default"/>
    <dgm:cxn modelId="{0640104C-A5CA-4DFA-B91D-1853BD5727C6}" type="presOf" srcId="{A51FC9D9-3439-41A9-AF82-D1880831F064}" destId="{78CF6C56-9116-4992-A862-08F696DA0B29}" srcOrd="0" destOrd="2" presId="urn:microsoft.com/office/officeart/2005/8/layout/default"/>
    <dgm:cxn modelId="{D3A8E12D-EE88-4B47-A422-C5CD67CAC8B6}" type="presOf" srcId="{4CEDDF8F-B104-46FC-AF40-184328A773B9}" destId="{655B8982-C8B6-4832-8976-FB4AEF9C8AE0}" srcOrd="0" destOrd="2" presId="urn:microsoft.com/office/officeart/2005/8/layout/default"/>
    <dgm:cxn modelId="{CF1628E4-1E09-48E4-AA0E-6922453B7AB1}" srcId="{7AE3B9B0-4326-4602-92A5-2C9CC1770C02}" destId="{EF865A1F-64E8-4465-8E8C-CA536B243BAD}" srcOrd="3" destOrd="0" parTransId="{A00C4AC1-4FB0-4BF7-8ED4-382D87FE9432}" sibTransId="{E5C5099E-36C2-49D8-8CFB-C3BEA25E9111}"/>
    <dgm:cxn modelId="{2D9C43FD-4C38-46F6-930A-C8F442963073}" srcId="{EF865A1F-64E8-4465-8E8C-CA536B243BAD}" destId="{A51FC9D9-3439-41A9-AF82-D1880831F064}" srcOrd="1" destOrd="0" parTransId="{85CCBDC1-968A-4B15-9BD6-45CABBB543B9}" sibTransId="{E12DEC8B-CAA0-461D-A75C-5E8EA371DE1F}"/>
    <dgm:cxn modelId="{201DFB9D-5DDA-476D-B906-679F7487025E}" srcId="{EF865A1F-64E8-4465-8E8C-CA536B243BAD}" destId="{E98F5416-0733-4118-A267-968AC2A317EB}" srcOrd="0" destOrd="0" parTransId="{032C5163-6345-4613-962B-E0505DD903C1}" sibTransId="{2A4BD55F-5A25-4315-8CFC-5B503F0D77AD}"/>
    <dgm:cxn modelId="{C48E4C24-4234-429A-8FA5-96ADE7CF3879}" srcId="{BC2D7CCA-E747-4FB7-A053-0F9241EA8F2B}" destId="{665F8196-AB53-4015-B614-940A88ADC7F0}" srcOrd="2" destOrd="0" parTransId="{88A31F48-F1B9-4293-A33D-5DB30E3BBA76}" sibTransId="{FF8A78A1-72C1-4E8A-8884-08962DA6B125}"/>
    <dgm:cxn modelId="{D83BEFD3-46DE-4CE4-8654-CC48EE155027}" srcId="{E37565E7-E851-4126-B092-DD2D906E30A9}" destId="{4427568A-B201-4C44-A916-92CB194EDF38}" srcOrd="1" destOrd="0" parTransId="{CA683FCE-E298-480B-8A44-DEB64DAD8C44}" sibTransId="{0A83B7EE-8E58-4D5E-8ADC-29901B44BCEE}"/>
    <dgm:cxn modelId="{CE61654F-0DB4-4A7A-AB1B-583AB05A67AD}" srcId="{7AE3B9B0-4326-4602-92A5-2C9CC1770C02}" destId="{8758BEB9-0801-4407-A60D-F00E267BB2F2}" srcOrd="0" destOrd="0" parTransId="{D818A1EC-8776-433B-ABFB-EE4B4382A1F9}" sibTransId="{083549B1-5123-4F21-9E81-F27D0037BD0F}"/>
    <dgm:cxn modelId="{997D4B8E-B7A3-4F51-B2E3-7CD5B1689343}" type="presOf" srcId="{7F1F50FE-913A-475B-84F6-D4ADF643160D}" destId="{ABDA88D6-D684-41E9-AD3D-71D8BE7E9E3C}" srcOrd="0" destOrd="1" presId="urn:microsoft.com/office/officeart/2005/8/layout/default"/>
    <dgm:cxn modelId="{F614D11C-C182-46A3-BD4D-A85A297C20B6}" type="presOf" srcId="{12B7EAF2-0D7E-4D4B-A2D1-537093CE3186}" destId="{E1E9F71D-1C4A-4DFF-AC45-76AE731743E7}" srcOrd="0" destOrd="0" presId="urn:microsoft.com/office/officeart/2005/8/layout/default"/>
    <dgm:cxn modelId="{7C35E0FE-B2BF-4927-B34F-27EBCA47D1D4}" srcId="{8758BEB9-0801-4407-A60D-F00E267BB2F2}" destId="{6EFA04E5-3A51-4149-90E5-8A9EF0B55359}" srcOrd="0" destOrd="0" parTransId="{C9C47354-2C7E-4C30-9BAB-ABEC0BF87635}" sibTransId="{5F947067-81E5-43FA-A700-45091D4D1C11}"/>
    <dgm:cxn modelId="{A399DE34-B67C-4253-9E29-A8A5393E5415}" srcId="{EF865A1F-64E8-4465-8E8C-CA536B243BAD}" destId="{B41B0D55-B7FF-419E-AA5A-76293A8DE5C2}" srcOrd="2" destOrd="0" parTransId="{0304C012-7185-470C-88BF-3414B1EE1613}" sibTransId="{8EC09C7F-36CD-47FF-96FB-101B5B7A7DA6}"/>
    <dgm:cxn modelId="{BBFB5282-8FB4-4E99-86B7-FB26877B6EC9}" type="presOf" srcId="{A5704DB2-D3ED-4BAD-9411-76153B2E9429}" destId="{ABDA88D6-D684-41E9-AD3D-71D8BE7E9E3C}" srcOrd="0" destOrd="0" presId="urn:microsoft.com/office/officeart/2005/8/layout/default"/>
    <dgm:cxn modelId="{DCA1324C-4F02-46CD-8325-47D75A066009}" srcId="{E37565E7-E851-4126-B092-DD2D906E30A9}" destId="{C69E36BE-8644-4964-94F7-BA9742E18558}" srcOrd="0" destOrd="0" parTransId="{01E23599-448F-40A8-85A9-969832590D96}" sibTransId="{2EEFDE39-DA7B-4B0C-80AA-9054FBCDE264}"/>
    <dgm:cxn modelId="{3BF1A570-1736-44A3-86EE-DE9EDF1C468B}" type="presOf" srcId="{528AC673-972D-41F1-A2D2-97A59178F5BE}" destId="{0B1A6051-F3D3-4214-90A5-FC206C3E6449}" srcOrd="0" destOrd="2" presId="urn:microsoft.com/office/officeart/2005/8/layout/default"/>
    <dgm:cxn modelId="{A1F75F63-E82B-4EFA-B107-BE465D3B7CBE}" type="presOf" srcId="{4427568A-B201-4C44-A916-92CB194EDF38}" destId="{BACC3439-61E4-49FC-969D-484D96EDC7C0}" srcOrd="0" destOrd="2" presId="urn:microsoft.com/office/officeart/2005/8/layout/default"/>
    <dgm:cxn modelId="{D21E4ECA-867E-43FC-A6E6-EA5D02448861}" srcId="{8758BEB9-0801-4407-A60D-F00E267BB2F2}" destId="{528AC673-972D-41F1-A2D2-97A59178F5BE}" srcOrd="1" destOrd="0" parTransId="{EE56CD3E-1AB8-4C78-AEAC-ED9C7E129EEA}" sibTransId="{784D35E6-2203-411E-B8B6-A7F9551361BC}"/>
    <dgm:cxn modelId="{64AC4A0A-E213-4A90-A6CA-2ABF07464437}" type="presOf" srcId="{7AE3B9B0-4326-4602-92A5-2C9CC1770C02}" destId="{13E1A7D3-8A5E-4A75-B8E4-D56ACACE7407}" srcOrd="0" destOrd="0" presId="urn:microsoft.com/office/officeart/2005/8/layout/default"/>
    <dgm:cxn modelId="{37CE64C4-1760-456F-A0B6-6BC26829B457}" srcId="{12B7EAF2-0D7E-4D4B-A2D1-537093CE3186}" destId="{16BB3A5E-0089-4340-B960-0A0980380438}" srcOrd="0" destOrd="0" parTransId="{366CABE6-89AD-492F-9376-F1C91A03472B}" sibTransId="{1D45516D-0DF1-468E-B8E9-D97B01CC7142}"/>
    <dgm:cxn modelId="{F70AD727-FFDE-4A44-9C81-13113212F1EC}" type="presOf" srcId="{BC2D7CCA-E747-4FB7-A053-0F9241EA8F2B}" destId="{655B8982-C8B6-4832-8976-FB4AEF9C8AE0}" srcOrd="0" destOrd="0" presId="urn:microsoft.com/office/officeart/2005/8/layout/default"/>
    <dgm:cxn modelId="{30293C77-7D72-4974-BC8F-480A3DB61AA1}" srcId="{7AE3B9B0-4326-4602-92A5-2C9CC1770C02}" destId="{A5704DB2-D3ED-4BAD-9411-76153B2E9429}" srcOrd="2" destOrd="0" parTransId="{8326250B-5417-412F-AF91-FFBD29861E9F}" sibTransId="{C3BB4C59-32C6-40C3-8192-21752BDA60BF}"/>
    <dgm:cxn modelId="{6C932127-EE63-43EB-B48E-FA05620A24A5}" type="presOf" srcId="{6EFA04E5-3A51-4149-90E5-8A9EF0B55359}" destId="{0B1A6051-F3D3-4214-90A5-FC206C3E6449}" srcOrd="0" destOrd="1" presId="urn:microsoft.com/office/officeart/2005/8/layout/default"/>
    <dgm:cxn modelId="{9667D595-A995-4E9B-93D7-F6082A982C7F}" type="presOf" srcId="{EF865A1F-64E8-4465-8E8C-CA536B243BAD}" destId="{78CF6C56-9116-4992-A862-08F696DA0B29}" srcOrd="0" destOrd="0" presId="urn:microsoft.com/office/officeart/2005/8/layout/default"/>
    <dgm:cxn modelId="{CA87FDBD-8BCB-4ED9-9518-DA1256A86CB8}" type="presParOf" srcId="{13E1A7D3-8A5E-4A75-B8E4-D56ACACE7407}" destId="{0B1A6051-F3D3-4214-90A5-FC206C3E6449}" srcOrd="0" destOrd="0" presId="urn:microsoft.com/office/officeart/2005/8/layout/default"/>
    <dgm:cxn modelId="{5A19533C-F65D-4DFC-A776-6276E94927E9}" type="presParOf" srcId="{13E1A7D3-8A5E-4A75-B8E4-D56ACACE7407}" destId="{3415211A-0197-4851-A03B-223D70FE20C5}" srcOrd="1" destOrd="0" presId="urn:microsoft.com/office/officeart/2005/8/layout/default"/>
    <dgm:cxn modelId="{76A8D5D6-7643-4FCA-A608-E201BC583D1B}" type="presParOf" srcId="{13E1A7D3-8A5E-4A75-B8E4-D56ACACE7407}" destId="{BACC3439-61E4-49FC-969D-484D96EDC7C0}" srcOrd="2" destOrd="0" presId="urn:microsoft.com/office/officeart/2005/8/layout/default"/>
    <dgm:cxn modelId="{7D2A7B64-2C7C-4B33-BDA8-98F8F737A974}" type="presParOf" srcId="{13E1A7D3-8A5E-4A75-B8E4-D56ACACE7407}" destId="{E6A38670-B31C-4369-97F2-4C37C7924AAB}" srcOrd="3" destOrd="0" presId="urn:microsoft.com/office/officeart/2005/8/layout/default"/>
    <dgm:cxn modelId="{359E429D-AD6A-4DDC-BE93-17F3CE0ECBFB}" type="presParOf" srcId="{13E1A7D3-8A5E-4A75-B8E4-D56ACACE7407}" destId="{ABDA88D6-D684-41E9-AD3D-71D8BE7E9E3C}" srcOrd="4" destOrd="0" presId="urn:microsoft.com/office/officeart/2005/8/layout/default"/>
    <dgm:cxn modelId="{DFE69206-CCBA-48D6-833A-182356A8C3CA}" type="presParOf" srcId="{13E1A7D3-8A5E-4A75-B8E4-D56ACACE7407}" destId="{5446A1AF-AFA4-4F8F-9AA3-824D466AA174}" srcOrd="5" destOrd="0" presId="urn:microsoft.com/office/officeart/2005/8/layout/default"/>
    <dgm:cxn modelId="{3F2AEAD0-E1A6-4582-99BD-0E004ED8C2C8}" type="presParOf" srcId="{13E1A7D3-8A5E-4A75-B8E4-D56ACACE7407}" destId="{78CF6C56-9116-4992-A862-08F696DA0B29}" srcOrd="6" destOrd="0" presId="urn:microsoft.com/office/officeart/2005/8/layout/default"/>
    <dgm:cxn modelId="{A04FC8DE-F735-4070-A36E-D9CF261FFA12}" type="presParOf" srcId="{13E1A7D3-8A5E-4A75-B8E4-D56ACACE7407}" destId="{833D6327-5224-47B4-B27F-E398AEBF378D}" srcOrd="7" destOrd="0" presId="urn:microsoft.com/office/officeart/2005/8/layout/default"/>
    <dgm:cxn modelId="{4FC96120-6D50-4664-A7CF-15F2A2A487E3}" type="presParOf" srcId="{13E1A7D3-8A5E-4A75-B8E4-D56ACACE7407}" destId="{E1E9F71D-1C4A-4DFF-AC45-76AE731743E7}" srcOrd="8" destOrd="0" presId="urn:microsoft.com/office/officeart/2005/8/layout/default"/>
    <dgm:cxn modelId="{6B5941F6-04CF-4709-839C-16216BD0AFC5}" type="presParOf" srcId="{13E1A7D3-8A5E-4A75-B8E4-D56ACACE7407}" destId="{3FD4969E-3340-493A-AECD-D0A018EE28ED}" srcOrd="9" destOrd="0" presId="urn:microsoft.com/office/officeart/2005/8/layout/default"/>
    <dgm:cxn modelId="{9068A135-7777-4AE6-82B7-E8C5B5466F41}" type="presParOf" srcId="{13E1A7D3-8A5E-4A75-B8E4-D56ACACE7407}" destId="{655B8982-C8B6-4832-8976-FB4AEF9C8AE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E3B9B0-4326-4602-92A5-2C9CC1770C0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58BEB9-0801-4407-A60D-F00E267BB2F2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Google Chrome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D818A1EC-8776-433B-ABFB-EE4B4382A1F9}" type="parTrans" cxnId="{CE61654F-0DB4-4A7A-AB1B-583AB05A67AD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083549B1-5123-4F21-9E81-F27D0037BD0F}" type="sibTrans" cxnId="{CE61654F-0DB4-4A7A-AB1B-583AB05A67AD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6EFA04E5-3A51-4149-90E5-8A9EF0B55359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Очень требователен к ОЗУ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C9C47354-2C7E-4C30-9BAB-ABEC0BF87635}" type="parTrans" cxnId="{7C35E0FE-B2BF-4927-B34F-27EBCA47D1D4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5F947067-81E5-43FA-A700-45091D4D1C11}" type="sibTrans" cxnId="{7C35E0FE-B2BF-4927-B34F-27EBCA47D1D4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528AC673-972D-41F1-A2D2-97A59178F5BE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Сбор телеметрии в </a:t>
          </a:r>
          <a:r>
            <a:rPr lang="en-US" dirty="0" smtClean="0">
              <a:latin typeface="Arial" pitchFamily="34" charset="0"/>
              <a:cs typeface="Arial" pitchFamily="34" charset="0"/>
            </a:rPr>
            <a:t>Google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EE56CD3E-1AB8-4C78-AEAC-ED9C7E129EEA}" type="parTrans" cxnId="{D21E4ECA-867E-43FC-A6E6-EA5D0244886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784D35E6-2203-411E-B8B6-A7F9551361BC}" type="sibTrans" cxnId="{D21E4ECA-867E-43FC-A6E6-EA5D0244886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E37565E7-E851-4126-B092-DD2D906E30A9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Mozilla Firefox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CF4403D-6C56-4F25-B373-C45414DA7870}" type="parTrans" cxnId="{F5D9353D-5DEF-4926-BA95-F0B75CB0FB3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81CD1236-CE73-4CF7-847E-45615B82B691}" type="sibTrans" cxnId="{F5D9353D-5DEF-4926-BA95-F0B75CB0FB3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C69E36BE-8644-4964-94F7-BA9742E18558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Меньшая доля рынка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1E23599-448F-40A8-85A9-969832590D96}" type="parTrans" cxnId="{DCA1324C-4F02-46CD-8325-47D75A06600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2EEFDE39-DA7B-4B0C-80AA-9054FBCDE264}" type="sibTrans" cxnId="{DCA1324C-4F02-46CD-8325-47D75A066009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4427568A-B201-4C44-A916-92CB194EDF38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Интерфейс требует привыкания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CA683FCE-E298-480B-8A44-DEB64DAD8C44}" type="parTrans" cxnId="{D83BEFD3-46DE-4CE4-8654-CC48EE15502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0A83B7EE-8E58-4D5E-8ADC-29901B44BCEE}" type="sibTrans" cxnId="{D83BEFD3-46DE-4CE4-8654-CC48EE15502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A5704DB2-D3ED-4BAD-9411-76153B2E9429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Safari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8326250B-5417-412F-AF91-FFBD29861E9F}" type="parTrans" cxnId="{30293C77-7D72-4974-BC8F-480A3DB61AA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C3BB4C59-32C6-40C3-8192-21752BDA60BF}" type="sibTrans" cxnId="{30293C77-7D72-4974-BC8F-480A3DB61AA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00D4F24A-6054-4572-B2A8-FD972C2BFF0C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Сильная привязка к экосистеме Яндекс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8CDD16B9-8493-4111-B52B-27FEEEB4CC77}" type="parTrans" cxnId="{41644809-361C-4152-A8AD-56859843167B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22420EEA-0626-423C-BA1A-F0FD93BB709E}" type="sibTrans" cxnId="{41644809-361C-4152-A8AD-56859843167B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BC2D7CCA-E747-4FB7-A053-0F9241EA8F2B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Яндекс Браузер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92756143-481E-424C-9B5E-47C92B6E2B6F}" type="parTrans" cxnId="{D5B5772C-E150-4AE1-B26B-822F4A2ABC1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715D4071-937D-47E5-9A85-29E1C1D63324}" type="sibTrans" cxnId="{D5B5772C-E150-4AE1-B26B-822F4A2ABC1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EF865A1F-64E8-4465-8E8C-CA536B243BAD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Microsoft Edge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A00C4AC1-4FB0-4BF7-8ED4-382D87FE9432}" type="parTrans" cxnId="{CF1628E4-1E09-48E4-AA0E-6922453B7AB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E5C5099E-36C2-49D8-8CFB-C3BEA25E9111}" type="sibTrans" cxnId="{CF1628E4-1E09-48E4-AA0E-6922453B7AB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2B7EAF2-0D7E-4D4B-A2D1-537093CE3186}">
      <dgm:prSet phldrT="[Текст]"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Opera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1EBB62FF-0DC9-4B94-AB38-710E372D067C}" type="parTrans" cxnId="{DDB33116-3439-4EAE-A47D-A375C05285A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8B0F80B2-FC13-4FF3-A4A5-0DA832C94499}" type="sibTrans" cxnId="{DDB33116-3439-4EAE-A47D-A375C05285A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596E6429-DECF-465D-99EF-18C8E52F04B9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Работает только на устройствах </a:t>
          </a:r>
          <a:r>
            <a:rPr lang="en-US" dirty="0" smtClean="0">
              <a:latin typeface="Arial" pitchFamily="34" charset="0"/>
              <a:cs typeface="Arial" pitchFamily="34" charset="0"/>
            </a:rPr>
            <a:t>Apple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12D810C5-0126-4FCC-9702-5916163357EE}" type="parTrans" cxnId="{B11553F9-826D-471B-9C9A-561AEFD7D6E6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2C1AFE1D-81CF-412C-8017-3983BB4135A2}" type="sibTrans" cxnId="{B11553F9-826D-471B-9C9A-561AEFD7D6E6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E98F5416-0733-4118-A267-968AC2A317EB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Считается «Браузером по умолчанию» в </a:t>
          </a:r>
          <a:r>
            <a:rPr lang="en-US" dirty="0" smtClean="0">
              <a:latin typeface="Arial" pitchFamily="34" charset="0"/>
              <a:cs typeface="Arial" pitchFamily="34" charset="0"/>
            </a:rPr>
            <a:t>Windows</a:t>
          </a:r>
          <a:r>
            <a:rPr lang="ru-RU" dirty="0" smtClean="0">
              <a:latin typeface="Arial" pitchFamily="34" charset="0"/>
              <a:cs typeface="Arial" pitchFamily="34" charset="0"/>
            </a:rPr>
            <a:t> (сложно удалить)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32C5163-6345-4613-962B-E0505DD903C1}" type="parTrans" cxnId="{201DFB9D-5DDA-476D-B906-679F7487025E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2A4BD55F-5A25-4315-8CFC-5B503F0D77AD}" type="sibTrans" cxnId="{201DFB9D-5DDA-476D-B906-679F7487025E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B41B0D55-B7FF-419E-AA5A-76293A8DE5C2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Медленно появляются новые функции по сравнению с </a:t>
          </a:r>
          <a:r>
            <a:rPr lang="en-US" dirty="0" smtClean="0">
              <a:latin typeface="Arial" pitchFamily="34" charset="0"/>
              <a:cs typeface="Arial" pitchFamily="34" charset="0"/>
            </a:rPr>
            <a:t>Chrome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304C012-7185-470C-88BF-3414B1EE1613}" type="parTrans" cxnId="{A399DE34-B67C-4253-9E29-A8A5393E5415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8EC09C7F-36CD-47FF-96FB-101B5B7A7DA6}" type="sibTrans" cxnId="{A399DE34-B67C-4253-9E29-A8A5393E5415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6BB3A5E-0089-4340-B960-0A0980380438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Меньшая популярность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366CABE6-89AD-492F-9376-F1C91A03472B}" type="parTrans" cxnId="{37CE64C4-1760-456F-A0B6-6BC26829B45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1D45516D-0DF1-468E-B8E9-D97B01CC7142}" type="sibTrans" cxnId="{37CE64C4-1760-456F-A0B6-6BC26829B457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DB299941-7D84-4F87-9CC1-2D6B15208BF1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Принадлежность китайскому консорциуму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4BEBA33C-EDD1-4510-8BB5-BAF4B5C32CC3}" type="parTrans" cxnId="{4AB89531-4208-488D-95C0-9830CFE947C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67F53340-3B90-4835-BE75-D40F142BDDD1}" type="sibTrans" cxnId="{4AB89531-4208-488D-95C0-9830CFE947C1}">
      <dgm:prSet/>
      <dgm:spPr/>
      <dgm:t>
        <a:bodyPr/>
        <a:lstStyle/>
        <a:p>
          <a:endParaRPr lang="ru-RU">
            <a:latin typeface="Arial" pitchFamily="34" charset="0"/>
            <a:cs typeface="Arial" pitchFamily="34" charset="0"/>
          </a:endParaRPr>
        </a:p>
      </dgm:t>
    </dgm:pt>
    <dgm:pt modelId="{38EAA3D6-09D0-4264-8DF2-4B49DF08C457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Официально не имеет версии для </a:t>
          </a:r>
          <a:r>
            <a:rPr lang="en-US" dirty="0" smtClean="0">
              <a:latin typeface="Arial" pitchFamily="34" charset="0"/>
              <a:cs typeface="Arial" pitchFamily="34" charset="0"/>
            </a:rPr>
            <a:t>Linux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78532DB2-9F34-497D-B6C0-15E59DA0C254}" type="parTrans" cxnId="{56E62937-F6ED-4645-8349-FA108100DA62}">
      <dgm:prSet/>
      <dgm:spPr/>
    </dgm:pt>
    <dgm:pt modelId="{67650DED-8905-4121-8779-51A45471FF1F}" type="sibTrans" cxnId="{56E62937-F6ED-4645-8349-FA108100DA62}">
      <dgm:prSet/>
      <dgm:spPr/>
    </dgm:pt>
    <dgm:pt modelId="{AC241868-A86B-44B5-9209-24BFBB1A2CD4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Медленнее восстанавливает упавшие сессии, чем </a:t>
          </a:r>
          <a:r>
            <a:rPr lang="en-US" dirty="0" smtClean="0">
              <a:latin typeface="Arial" pitchFamily="34" charset="0"/>
              <a:cs typeface="Arial" pitchFamily="34" charset="0"/>
            </a:rPr>
            <a:t>Chrome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FF2F07EC-4EDF-4FEA-9B62-05CF8D222407}" type="parTrans" cxnId="{834DF6A4-60DA-4AB3-8862-A93E94357200}">
      <dgm:prSet/>
      <dgm:spPr/>
    </dgm:pt>
    <dgm:pt modelId="{3D7D976A-6BCF-49A5-8C6A-DDA98B298E42}" type="sibTrans" cxnId="{834DF6A4-60DA-4AB3-8862-A93E94357200}">
      <dgm:prSet/>
      <dgm:spPr/>
    </dgm:pt>
    <dgm:pt modelId="{C6A43AC8-0E4F-4330-BD79-C93F3B1E0585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Нет версии для </a:t>
          </a:r>
          <a:r>
            <a:rPr lang="en-US" dirty="0" smtClean="0">
              <a:latin typeface="Arial" pitchFamily="34" charset="0"/>
              <a:cs typeface="Arial" pitchFamily="34" charset="0"/>
            </a:rPr>
            <a:t>Windows/Linux/Android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F2C83B15-11BE-4F60-A850-ECBC366EADFF}" type="parTrans" cxnId="{F4F3EF0B-E2D0-4743-BB67-4A6E1EB4FFC8}">
      <dgm:prSet/>
      <dgm:spPr/>
    </dgm:pt>
    <dgm:pt modelId="{4A31FF91-1D18-4E04-B95D-3ADC58D4F7FE}" type="sibTrans" cxnId="{F4F3EF0B-E2D0-4743-BB67-4A6E1EB4FFC8}">
      <dgm:prSet/>
      <dgm:spPr/>
    </dgm:pt>
    <dgm:pt modelId="{07C5A4D8-C741-45B7-B53C-7AF66261BBB2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Меньше расширений, чем в </a:t>
          </a:r>
          <a:r>
            <a:rPr lang="en-US" dirty="0" smtClean="0">
              <a:latin typeface="Arial" pitchFamily="34" charset="0"/>
              <a:cs typeface="Arial" pitchFamily="34" charset="0"/>
            </a:rPr>
            <a:t>Chrome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9FCAB449-ADE2-4D8D-B81D-CF31C1A0598F}" type="parTrans" cxnId="{63E78432-AB4C-48D6-9CFD-8D6074AF174B}">
      <dgm:prSet/>
      <dgm:spPr/>
    </dgm:pt>
    <dgm:pt modelId="{5A6C23C6-2870-4E62-AAE2-207A7F422D0F}" type="sibTrans" cxnId="{63E78432-AB4C-48D6-9CFD-8D6074AF174B}">
      <dgm:prSet/>
      <dgm:spPr/>
    </dgm:pt>
    <dgm:pt modelId="{A5CC1147-6AF3-40CC-A32F-45BE1BF96F89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Иногда навязывает сервисы </a:t>
          </a:r>
          <a:r>
            <a:rPr lang="en-US" dirty="0" smtClean="0">
              <a:latin typeface="Arial" pitchFamily="34" charset="0"/>
              <a:cs typeface="Arial" pitchFamily="34" charset="0"/>
            </a:rPr>
            <a:t>Microsoft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09805936-F543-4399-BF31-72EBFA3CEFEF}" type="parTrans" cxnId="{E7738485-5002-428F-A9F4-4E512E064140}">
      <dgm:prSet/>
      <dgm:spPr/>
    </dgm:pt>
    <dgm:pt modelId="{6C71FBAE-1C40-4055-9452-2E7536190D99}" type="sibTrans" cxnId="{E7738485-5002-428F-A9F4-4E512E064140}">
      <dgm:prSet/>
      <dgm:spPr/>
    </dgm:pt>
    <dgm:pt modelId="{ED2C3E0D-49DF-4EBC-9F72-F278D56D351F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Меньше уникальных расширений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DB049F90-A0A2-464F-81AC-DDC7E48B3D75}" type="parTrans" cxnId="{C7A13DE4-6209-48A3-AFE9-221D59FCC844}">
      <dgm:prSet/>
      <dgm:spPr/>
    </dgm:pt>
    <dgm:pt modelId="{95207ADB-D225-452D-B8DE-9A7C15619ABD}" type="sibTrans" cxnId="{C7A13DE4-6209-48A3-AFE9-221D59FCC844}">
      <dgm:prSet/>
      <dgm:spPr/>
    </dgm:pt>
    <dgm:pt modelId="{C1E73406-3737-4919-88F0-D5464B13513A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Сбор данных для показа рекламы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E2F223A8-8BA9-401E-9B5C-C2BFC1E0AD7A}" type="parTrans" cxnId="{E997236E-E2CA-433E-9486-9584800F988E}">
      <dgm:prSet/>
      <dgm:spPr/>
    </dgm:pt>
    <dgm:pt modelId="{B593A641-BE7F-48F9-A54D-4343328D69C5}" type="sibTrans" cxnId="{E997236E-E2CA-433E-9486-9584800F988E}">
      <dgm:prSet/>
      <dgm:spPr/>
    </dgm:pt>
    <dgm:pt modelId="{502851B0-B3B0-4761-845A-4ABC2588F127}">
      <dgm:prSet phldrT="[Текст]"/>
      <dgm:spPr/>
      <dgm:t>
        <a:bodyPr/>
        <a:lstStyle/>
        <a:p>
          <a:r>
            <a:rPr lang="ru-RU" dirty="0" smtClean="0">
              <a:latin typeface="Arial" pitchFamily="34" charset="0"/>
              <a:cs typeface="Arial" pitchFamily="34" charset="0"/>
            </a:rPr>
            <a:t>Может работать медленнее на старых ПК</a:t>
          </a:r>
          <a:endParaRPr lang="ru-RU" dirty="0">
            <a:latin typeface="Arial" pitchFamily="34" charset="0"/>
            <a:cs typeface="Arial" pitchFamily="34" charset="0"/>
          </a:endParaRPr>
        </a:p>
      </dgm:t>
    </dgm:pt>
    <dgm:pt modelId="{8E0C7DAD-72DE-40BF-A557-337F23DB14EC}" type="parTrans" cxnId="{7827383C-07AF-4226-A336-7C841BE4DDA1}">
      <dgm:prSet/>
      <dgm:spPr/>
    </dgm:pt>
    <dgm:pt modelId="{33786A9B-20B8-4A0A-9BAC-F6A0790D89F2}" type="sibTrans" cxnId="{7827383C-07AF-4226-A336-7C841BE4DDA1}">
      <dgm:prSet/>
      <dgm:spPr/>
    </dgm:pt>
    <dgm:pt modelId="{13E1A7D3-8A5E-4A75-B8E4-D56ACACE7407}" type="pres">
      <dgm:prSet presAssocID="{7AE3B9B0-4326-4602-92A5-2C9CC1770C0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B1A6051-F3D3-4214-90A5-FC206C3E6449}" type="pres">
      <dgm:prSet presAssocID="{8758BEB9-0801-4407-A60D-F00E267BB2F2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15211A-0197-4851-A03B-223D70FE20C5}" type="pres">
      <dgm:prSet presAssocID="{083549B1-5123-4F21-9E81-F27D0037BD0F}" presName="sibTrans" presStyleCnt="0"/>
      <dgm:spPr/>
    </dgm:pt>
    <dgm:pt modelId="{BACC3439-61E4-49FC-969D-484D96EDC7C0}" type="pres">
      <dgm:prSet presAssocID="{E37565E7-E851-4126-B092-DD2D906E30A9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6A38670-B31C-4369-97F2-4C37C7924AAB}" type="pres">
      <dgm:prSet presAssocID="{81CD1236-CE73-4CF7-847E-45615B82B691}" presName="sibTrans" presStyleCnt="0"/>
      <dgm:spPr/>
    </dgm:pt>
    <dgm:pt modelId="{ABDA88D6-D684-41E9-AD3D-71D8BE7E9E3C}" type="pres">
      <dgm:prSet presAssocID="{A5704DB2-D3ED-4BAD-9411-76153B2E9429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446A1AF-AFA4-4F8F-9AA3-824D466AA174}" type="pres">
      <dgm:prSet presAssocID="{C3BB4C59-32C6-40C3-8192-21752BDA60BF}" presName="sibTrans" presStyleCnt="0"/>
      <dgm:spPr/>
    </dgm:pt>
    <dgm:pt modelId="{78CF6C56-9116-4992-A862-08F696DA0B29}" type="pres">
      <dgm:prSet presAssocID="{EF865A1F-64E8-4465-8E8C-CA536B243BAD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3D6327-5224-47B4-B27F-E398AEBF378D}" type="pres">
      <dgm:prSet presAssocID="{E5C5099E-36C2-49D8-8CFB-C3BEA25E9111}" presName="sibTrans" presStyleCnt="0"/>
      <dgm:spPr/>
    </dgm:pt>
    <dgm:pt modelId="{E1E9F71D-1C4A-4DFF-AC45-76AE731743E7}" type="pres">
      <dgm:prSet presAssocID="{12B7EAF2-0D7E-4D4B-A2D1-537093CE3186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FD4969E-3340-493A-AECD-D0A018EE28ED}" type="pres">
      <dgm:prSet presAssocID="{8B0F80B2-FC13-4FF3-A4A5-0DA832C94499}" presName="sibTrans" presStyleCnt="0"/>
      <dgm:spPr/>
    </dgm:pt>
    <dgm:pt modelId="{655B8982-C8B6-4832-8976-FB4AEF9C8AE0}" type="pres">
      <dgm:prSet presAssocID="{BC2D7CCA-E747-4FB7-A053-0F9241EA8F2B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CD9B711-FB45-4EF0-BC57-489B3B1D0670}" type="presOf" srcId="{38EAA3D6-09D0-4264-8DF2-4B49DF08C457}" destId="{0B1A6051-F3D3-4214-90A5-FC206C3E6449}" srcOrd="0" destOrd="3" presId="urn:microsoft.com/office/officeart/2005/8/layout/default"/>
    <dgm:cxn modelId="{7F1DDFD5-9716-42A0-917C-D0BCF8B355CE}" type="presOf" srcId="{4427568A-B201-4C44-A916-92CB194EDF38}" destId="{BACC3439-61E4-49FC-969D-484D96EDC7C0}" srcOrd="0" destOrd="2" presId="urn:microsoft.com/office/officeart/2005/8/layout/default"/>
    <dgm:cxn modelId="{B5D1AED2-819F-43DA-8B52-34E415C960F3}" type="presOf" srcId="{ED2C3E0D-49DF-4EBC-9F72-F278D56D351F}" destId="{E1E9F71D-1C4A-4DFF-AC45-76AE731743E7}" srcOrd="0" destOrd="3" presId="urn:microsoft.com/office/officeart/2005/8/layout/default"/>
    <dgm:cxn modelId="{41644809-361C-4152-A8AD-56859843167B}" srcId="{BC2D7CCA-E747-4FB7-A053-0F9241EA8F2B}" destId="{00D4F24A-6054-4572-B2A8-FD972C2BFF0C}" srcOrd="0" destOrd="0" parTransId="{8CDD16B9-8493-4111-B52B-27FEEEB4CC77}" sibTransId="{22420EEA-0626-423C-BA1A-F0FD93BB709E}"/>
    <dgm:cxn modelId="{1E7F4945-2F67-4207-87D0-518AC40728BE}" type="presOf" srcId="{8758BEB9-0801-4407-A60D-F00E267BB2F2}" destId="{0B1A6051-F3D3-4214-90A5-FC206C3E6449}" srcOrd="0" destOrd="0" presId="urn:microsoft.com/office/officeart/2005/8/layout/default"/>
    <dgm:cxn modelId="{DDB33116-3439-4EAE-A47D-A375C05285A1}" srcId="{7AE3B9B0-4326-4602-92A5-2C9CC1770C02}" destId="{12B7EAF2-0D7E-4D4B-A2D1-537093CE3186}" srcOrd="4" destOrd="0" parTransId="{1EBB62FF-0DC9-4B94-AB38-710E372D067C}" sibTransId="{8B0F80B2-FC13-4FF3-A4A5-0DA832C94499}"/>
    <dgm:cxn modelId="{4AB89531-4208-488D-95C0-9830CFE947C1}" srcId="{12B7EAF2-0D7E-4D4B-A2D1-537093CE3186}" destId="{DB299941-7D84-4F87-9CC1-2D6B15208BF1}" srcOrd="1" destOrd="0" parTransId="{4BEBA33C-EDD1-4510-8BB5-BAF4B5C32CC3}" sibTransId="{67F53340-3B90-4835-BE75-D40F142BDDD1}"/>
    <dgm:cxn modelId="{8775BF5A-C0DC-4109-A419-AC362AEB3524}" type="presOf" srcId="{6EFA04E5-3A51-4149-90E5-8A9EF0B55359}" destId="{0B1A6051-F3D3-4214-90A5-FC206C3E6449}" srcOrd="0" destOrd="1" presId="urn:microsoft.com/office/officeart/2005/8/layout/default"/>
    <dgm:cxn modelId="{349D311C-7EC9-46ED-BBDA-28CC725FD195}" type="presOf" srcId="{502851B0-B3B0-4761-845A-4ABC2588F127}" destId="{655B8982-C8B6-4832-8976-FB4AEF9C8AE0}" srcOrd="0" destOrd="3" presId="urn:microsoft.com/office/officeart/2005/8/layout/default"/>
    <dgm:cxn modelId="{C19B47D5-ED98-4A29-861B-12C71B0EB727}" type="presOf" srcId="{07C5A4D8-C741-45B7-B53C-7AF66261BBB2}" destId="{ABDA88D6-D684-41E9-AD3D-71D8BE7E9E3C}" srcOrd="0" destOrd="3" presId="urn:microsoft.com/office/officeart/2005/8/layout/default"/>
    <dgm:cxn modelId="{4E420A2E-D9FC-4624-A2E9-FB4D8351E51C}" type="presOf" srcId="{C69E36BE-8644-4964-94F7-BA9742E18558}" destId="{BACC3439-61E4-49FC-969D-484D96EDC7C0}" srcOrd="0" destOrd="1" presId="urn:microsoft.com/office/officeart/2005/8/layout/default"/>
    <dgm:cxn modelId="{5D325106-35CE-469C-BAB3-E953BA0A4B23}" type="presOf" srcId="{EF865A1F-64E8-4465-8E8C-CA536B243BAD}" destId="{78CF6C56-9116-4992-A862-08F696DA0B29}" srcOrd="0" destOrd="0" presId="urn:microsoft.com/office/officeart/2005/8/layout/default"/>
    <dgm:cxn modelId="{5160DF44-99B2-449D-B533-72A15531F8FD}" type="presOf" srcId="{E37565E7-E851-4126-B092-DD2D906E30A9}" destId="{BACC3439-61E4-49FC-969D-484D96EDC7C0}" srcOrd="0" destOrd="0" presId="urn:microsoft.com/office/officeart/2005/8/layout/default"/>
    <dgm:cxn modelId="{B11553F9-826D-471B-9C9A-561AEFD7D6E6}" srcId="{A5704DB2-D3ED-4BAD-9411-76153B2E9429}" destId="{596E6429-DECF-465D-99EF-18C8E52F04B9}" srcOrd="0" destOrd="0" parTransId="{12D810C5-0126-4FCC-9702-5916163357EE}" sibTransId="{2C1AFE1D-81CF-412C-8017-3983BB4135A2}"/>
    <dgm:cxn modelId="{F5D9353D-5DEF-4926-BA95-F0B75CB0FB37}" srcId="{7AE3B9B0-4326-4602-92A5-2C9CC1770C02}" destId="{E37565E7-E851-4126-B092-DD2D906E30A9}" srcOrd="1" destOrd="0" parTransId="{0CF4403D-6C56-4F25-B373-C45414DA7870}" sibTransId="{81CD1236-CE73-4CF7-847E-45615B82B691}"/>
    <dgm:cxn modelId="{7D797D18-F627-460F-B290-F6192135341B}" type="presOf" srcId="{16BB3A5E-0089-4340-B960-0A0980380438}" destId="{E1E9F71D-1C4A-4DFF-AC45-76AE731743E7}" srcOrd="0" destOrd="1" presId="urn:microsoft.com/office/officeart/2005/8/layout/default"/>
    <dgm:cxn modelId="{63E78432-AB4C-48D6-9CFD-8D6074AF174B}" srcId="{A5704DB2-D3ED-4BAD-9411-76153B2E9429}" destId="{07C5A4D8-C741-45B7-B53C-7AF66261BBB2}" srcOrd="2" destOrd="0" parTransId="{9FCAB449-ADE2-4D8D-B81D-CF31C1A0598F}" sibTransId="{5A6C23C6-2870-4E62-AAE2-207A7F422D0F}"/>
    <dgm:cxn modelId="{D5B5772C-E150-4AE1-B26B-822F4A2ABC11}" srcId="{7AE3B9B0-4326-4602-92A5-2C9CC1770C02}" destId="{BC2D7CCA-E747-4FB7-A053-0F9241EA8F2B}" srcOrd="5" destOrd="0" parTransId="{92756143-481E-424C-9B5E-47C92B6E2B6F}" sibTransId="{715D4071-937D-47E5-9A85-29E1C1D63324}"/>
    <dgm:cxn modelId="{4976CD29-72B0-4888-BC09-0D91E11F2F07}" type="presOf" srcId="{C6A43AC8-0E4F-4330-BD79-C93F3B1E0585}" destId="{ABDA88D6-D684-41E9-AD3D-71D8BE7E9E3C}" srcOrd="0" destOrd="2" presId="urn:microsoft.com/office/officeart/2005/8/layout/default"/>
    <dgm:cxn modelId="{E7738485-5002-428F-A9F4-4E512E064140}" srcId="{EF865A1F-64E8-4465-8E8C-CA536B243BAD}" destId="{A5CC1147-6AF3-40CC-A32F-45BE1BF96F89}" srcOrd="1" destOrd="0" parTransId="{09805936-F543-4399-BF31-72EBFA3CEFEF}" sibTransId="{6C71FBAE-1C40-4055-9452-2E7536190D99}"/>
    <dgm:cxn modelId="{468DB602-C29E-44BB-ADED-1FC515B2CF59}" type="presOf" srcId="{12B7EAF2-0D7E-4D4B-A2D1-537093CE3186}" destId="{E1E9F71D-1C4A-4DFF-AC45-76AE731743E7}" srcOrd="0" destOrd="0" presId="urn:microsoft.com/office/officeart/2005/8/layout/default"/>
    <dgm:cxn modelId="{7827383C-07AF-4226-A336-7C841BE4DDA1}" srcId="{BC2D7CCA-E747-4FB7-A053-0F9241EA8F2B}" destId="{502851B0-B3B0-4761-845A-4ABC2588F127}" srcOrd="2" destOrd="0" parTransId="{8E0C7DAD-72DE-40BF-A557-337F23DB14EC}" sibTransId="{33786A9B-20B8-4A0A-9BAC-F6A0790D89F2}"/>
    <dgm:cxn modelId="{6FA24741-1820-4109-915F-5E4F92E02579}" type="presOf" srcId="{DB299941-7D84-4F87-9CC1-2D6B15208BF1}" destId="{E1E9F71D-1C4A-4DFF-AC45-76AE731743E7}" srcOrd="0" destOrd="2" presId="urn:microsoft.com/office/officeart/2005/8/layout/default"/>
    <dgm:cxn modelId="{E997236E-E2CA-433E-9486-9584800F988E}" srcId="{BC2D7CCA-E747-4FB7-A053-0F9241EA8F2B}" destId="{C1E73406-3737-4919-88F0-D5464B13513A}" srcOrd="1" destOrd="0" parTransId="{E2F223A8-8BA9-401E-9B5C-C2BFC1E0AD7A}" sibTransId="{B593A641-BE7F-48F9-A54D-4343328D69C5}"/>
    <dgm:cxn modelId="{CF1628E4-1E09-48E4-AA0E-6922453B7AB1}" srcId="{7AE3B9B0-4326-4602-92A5-2C9CC1770C02}" destId="{EF865A1F-64E8-4465-8E8C-CA536B243BAD}" srcOrd="3" destOrd="0" parTransId="{A00C4AC1-4FB0-4BF7-8ED4-382D87FE9432}" sibTransId="{E5C5099E-36C2-49D8-8CFB-C3BEA25E9111}"/>
    <dgm:cxn modelId="{F4F3EF0B-E2D0-4743-BB67-4A6E1EB4FFC8}" srcId="{A5704DB2-D3ED-4BAD-9411-76153B2E9429}" destId="{C6A43AC8-0E4F-4330-BD79-C93F3B1E0585}" srcOrd="1" destOrd="0" parTransId="{F2C83B15-11BE-4F60-A850-ECBC366EADFF}" sibTransId="{4A31FF91-1D18-4E04-B95D-3ADC58D4F7FE}"/>
    <dgm:cxn modelId="{74622BB5-BAB2-42C3-BFF1-9723AD4BD60E}" type="presOf" srcId="{AC241868-A86B-44B5-9209-24BFBB1A2CD4}" destId="{BACC3439-61E4-49FC-969D-484D96EDC7C0}" srcOrd="0" destOrd="3" presId="urn:microsoft.com/office/officeart/2005/8/layout/default"/>
    <dgm:cxn modelId="{C7A13DE4-6209-48A3-AFE9-221D59FCC844}" srcId="{12B7EAF2-0D7E-4D4B-A2D1-537093CE3186}" destId="{ED2C3E0D-49DF-4EBC-9F72-F278D56D351F}" srcOrd="2" destOrd="0" parTransId="{DB049F90-A0A2-464F-81AC-DDC7E48B3D75}" sibTransId="{95207ADB-D225-452D-B8DE-9A7C15619ABD}"/>
    <dgm:cxn modelId="{834DF6A4-60DA-4AB3-8862-A93E94357200}" srcId="{E37565E7-E851-4126-B092-DD2D906E30A9}" destId="{AC241868-A86B-44B5-9209-24BFBB1A2CD4}" srcOrd="2" destOrd="0" parTransId="{FF2F07EC-4EDF-4FEA-9B62-05CF8D222407}" sibTransId="{3D7D976A-6BCF-49A5-8C6A-DDA98B298E42}"/>
    <dgm:cxn modelId="{96945B77-7CD6-49C7-8BF6-B03361FFFBA7}" type="presOf" srcId="{B41B0D55-B7FF-419E-AA5A-76293A8DE5C2}" destId="{78CF6C56-9116-4992-A862-08F696DA0B29}" srcOrd="0" destOrd="3" presId="urn:microsoft.com/office/officeart/2005/8/layout/default"/>
    <dgm:cxn modelId="{56E62937-F6ED-4645-8349-FA108100DA62}" srcId="{8758BEB9-0801-4407-A60D-F00E267BB2F2}" destId="{38EAA3D6-09D0-4264-8DF2-4B49DF08C457}" srcOrd="2" destOrd="0" parTransId="{78532DB2-9F34-497D-B6C0-15E59DA0C254}" sibTransId="{67650DED-8905-4121-8779-51A45471FF1F}"/>
    <dgm:cxn modelId="{201DFB9D-5DDA-476D-B906-679F7487025E}" srcId="{EF865A1F-64E8-4465-8E8C-CA536B243BAD}" destId="{E98F5416-0733-4118-A267-968AC2A317EB}" srcOrd="0" destOrd="0" parTransId="{032C5163-6345-4613-962B-E0505DD903C1}" sibTransId="{2A4BD55F-5A25-4315-8CFC-5B503F0D77AD}"/>
    <dgm:cxn modelId="{D83BEFD3-46DE-4CE4-8654-CC48EE155027}" srcId="{E37565E7-E851-4126-B092-DD2D906E30A9}" destId="{4427568A-B201-4C44-A916-92CB194EDF38}" srcOrd="1" destOrd="0" parTransId="{CA683FCE-E298-480B-8A44-DEB64DAD8C44}" sibTransId="{0A83B7EE-8E58-4D5E-8ADC-29901B44BCEE}"/>
    <dgm:cxn modelId="{CE61654F-0DB4-4A7A-AB1B-583AB05A67AD}" srcId="{7AE3B9B0-4326-4602-92A5-2C9CC1770C02}" destId="{8758BEB9-0801-4407-A60D-F00E267BB2F2}" srcOrd="0" destOrd="0" parTransId="{D818A1EC-8776-433B-ABFB-EE4B4382A1F9}" sibTransId="{083549B1-5123-4F21-9E81-F27D0037BD0F}"/>
    <dgm:cxn modelId="{63FD99F4-0A01-4FCB-B249-8D2B4578EEFB}" type="presOf" srcId="{528AC673-972D-41F1-A2D2-97A59178F5BE}" destId="{0B1A6051-F3D3-4214-90A5-FC206C3E6449}" srcOrd="0" destOrd="2" presId="urn:microsoft.com/office/officeart/2005/8/layout/default"/>
    <dgm:cxn modelId="{5B596447-0870-4B30-926B-1784DA2E41F7}" type="presOf" srcId="{596E6429-DECF-465D-99EF-18C8E52F04B9}" destId="{ABDA88D6-D684-41E9-AD3D-71D8BE7E9E3C}" srcOrd="0" destOrd="1" presId="urn:microsoft.com/office/officeart/2005/8/layout/default"/>
    <dgm:cxn modelId="{F6173BD7-F050-492F-880D-40D9DF3BB1FA}" type="presOf" srcId="{C1E73406-3737-4919-88F0-D5464B13513A}" destId="{655B8982-C8B6-4832-8976-FB4AEF9C8AE0}" srcOrd="0" destOrd="2" presId="urn:microsoft.com/office/officeart/2005/8/layout/default"/>
    <dgm:cxn modelId="{F8F14EBF-9B18-46F0-AAE3-71F8B347CD88}" type="presOf" srcId="{E98F5416-0733-4118-A267-968AC2A317EB}" destId="{78CF6C56-9116-4992-A862-08F696DA0B29}" srcOrd="0" destOrd="1" presId="urn:microsoft.com/office/officeart/2005/8/layout/default"/>
    <dgm:cxn modelId="{6CFF53F6-66F2-478A-8BF5-76923D059C4E}" type="presOf" srcId="{A5704DB2-D3ED-4BAD-9411-76153B2E9429}" destId="{ABDA88D6-D684-41E9-AD3D-71D8BE7E9E3C}" srcOrd="0" destOrd="0" presId="urn:microsoft.com/office/officeart/2005/8/layout/default"/>
    <dgm:cxn modelId="{7C35E0FE-B2BF-4927-B34F-27EBCA47D1D4}" srcId="{8758BEB9-0801-4407-A60D-F00E267BB2F2}" destId="{6EFA04E5-3A51-4149-90E5-8A9EF0B55359}" srcOrd="0" destOrd="0" parTransId="{C9C47354-2C7E-4C30-9BAB-ABEC0BF87635}" sibTransId="{5F947067-81E5-43FA-A700-45091D4D1C11}"/>
    <dgm:cxn modelId="{A399DE34-B67C-4253-9E29-A8A5393E5415}" srcId="{EF865A1F-64E8-4465-8E8C-CA536B243BAD}" destId="{B41B0D55-B7FF-419E-AA5A-76293A8DE5C2}" srcOrd="2" destOrd="0" parTransId="{0304C012-7185-470C-88BF-3414B1EE1613}" sibTransId="{8EC09C7F-36CD-47FF-96FB-101B5B7A7DA6}"/>
    <dgm:cxn modelId="{DCA1324C-4F02-46CD-8325-47D75A066009}" srcId="{E37565E7-E851-4126-B092-DD2D906E30A9}" destId="{C69E36BE-8644-4964-94F7-BA9742E18558}" srcOrd="0" destOrd="0" parTransId="{01E23599-448F-40A8-85A9-969832590D96}" sibTransId="{2EEFDE39-DA7B-4B0C-80AA-9054FBCDE264}"/>
    <dgm:cxn modelId="{D21E4ECA-867E-43FC-A6E6-EA5D02448861}" srcId="{8758BEB9-0801-4407-A60D-F00E267BB2F2}" destId="{528AC673-972D-41F1-A2D2-97A59178F5BE}" srcOrd="1" destOrd="0" parTransId="{EE56CD3E-1AB8-4C78-AEAC-ED9C7E129EEA}" sibTransId="{784D35E6-2203-411E-B8B6-A7F9551361BC}"/>
    <dgm:cxn modelId="{1E56333E-7C32-49B3-ACEE-1B78B5E8DE6E}" type="presOf" srcId="{BC2D7CCA-E747-4FB7-A053-0F9241EA8F2B}" destId="{655B8982-C8B6-4832-8976-FB4AEF9C8AE0}" srcOrd="0" destOrd="0" presId="urn:microsoft.com/office/officeart/2005/8/layout/default"/>
    <dgm:cxn modelId="{6C9B12A0-A673-4F0A-8333-B027C43B7B38}" type="presOf" srcId="{A5CC1147-6AF3-40CC-A32F-45BE1BF96F89}" destId="{78CF6C56-9116-4992-A862-08F696DA0B29}" srcOrd="0" destOrd="2" presId="urn:microsoft.com/office/officeart/2005/8/layout/default"/>
    <dgm:cxn modelId="{2D3B9492-A38B-4246-A2ED-8D949CC95DB6}" type="presOf" srcId="{00D4F24A-6054-4572-B2A8-FD972C2BFF0C}" destId="{655B8982-C8B6-4832-8976-FB4AEF9C8AE0}" srcOrd="0" destOrd="1" presId="urn:microsoft.com/office/officeart/2005/8/layout/default"/>
    <dgm:cxn modelId="{37CE64C4-1760-456F-A0B6-6BC26829B457}" srcId="{12B7EAF2-0D7E-4D4B-A2D1-537093CE3186}" destId="{16BB3A5E-0089-4340-B960-0A0980380438}" srcOrd="0" destOrd="0" parTransId="{366CABE6-89AD-492F-9376-F1C91A03472B}" sibTransId="{1D45516D-0DF1-468E-B8E9-D97B01CC7142}"/>
    <dgm:cxn modelId="{30293C77-7D72-4974-BC8F-480A3DB61AA1}" srcId="{7AE3B9B0-4326-4602-92A5-2C9CC1770C02}" destId="{A5704DB2-D3ED-4BAD-9411-76153B2E9429}" srcOrd="2" destOrd="0" parTransId="{8326250B-5417-412F-AF91-FFBD29861E9F}" sibTransId="{C3BB4C59-32C6-40C3-8192-21752BDA60BF}"/>
    <dgm:cxn modelId="{D09CCE7A-616C-495A-B633-6F4AB7A63F03}" type="presOf" srcId="{7AE3B9B0-4326-4602-92A5-2C9CC1770C02}" destId="{13E1A7D3-8A5E-4A75-B8E4-D56ACACE7407}" srcOrd="0" destOrd="0" presId="urn:microsoft.com/office/officeart/2005/8/layout/default"/>
    <dgm:cxn modelId="{549EDBA4-E822-4B08-B29B-FDE0A435F0BB}" type="presParOf" srcId="{13E1A7D3-8A5E-4A75-B8E4-D56ACACE7407}" destId="{0B1A6051-F3D3-4214-90A5-FC206C3E6449}" srcOrd="0" destOrd="0" presId="urn:microsoft.com/office/officeart/2005/8/layout/default"/>
    <dgm:cxn modelId="{9050A392-557E-4EB0-B3D0-20252ED8CB74}" type="presParOf" srcId="{13E1A7D3-8A5E-4A75-B8E4-D56ACACE7407}" destId="{3415211A-0197-4851-A03B-223D70FE20C5}" srcOrd="1" destOrd="0" presId="urn:microsoft.com/office/officeart/2005/8/layout/default"/>
    <dgm:cxn modelId="{77941DC7-3C3D-4870-9AC4-6CB32334B770}" type="presParOf" srcId="{13E1A7D3-8A5E-4A75-B8E4-D56ACACE7407}" destId="{BACC3439-61E4-49FC-969D-484D96EDC7C0}" srcOrd="2" destOrd="0" presId="urn:microsoft.com/office/officeart/2005/8/layout/default"/>
    <dgm:cxn modelId="{C3BFFBCA-CCF3-43BE-8598-E2E1D2AFD3A9}" type="presParOf" srcId="{13E1A7D3-8A5E-4A75-B8E4-D56ACACE7407}" destId="{E6A38670-B31C-4369-97F2-4C37C7924AAB}" srcOrd="3" destOrd="0" presId="urn:microsoft.com/office/officeart/2005/8/layout/default"/>
    <dgm:cxn modelId="{88F08EC0-1F37-4547-B9B5-D6FD0811A756}" type="presParOf" srcId="{13E1A7D3-8A5E-4A75-B8E4-D56ACACE7407}" destId="{ABDA88D6-D684-41E9-AD3D-71D8BE7E9E3C}" srcOrd="4" destOrd="0" presId="urn:microsoft.com/office/officeart/2005/8/layout/default"/>
    <dgm:cxn modelId="{0B227633-0189-4F71-94A2-42D5CB87D4E1}" type="presParOf" srcId="{13E1A7D3-8A5E-4A75-B8E4-D56ACACE7407}" destId="{5446A1AF-AFA4-4F8F-9AA3-824D466AA174}" srcOrd="5" destOrd="0" presId="urn:microsoft.com/office/officeart/2005/8/layout/default"/>
    <dgm:cxn modelId="{5646B4BC-46D2-45A4-B62B-EDD9E2E656BA}" type="presParOf" srcId="{13E1A7D3-8A5E-4A75-B8E4-D56ACACE7407}" destId="{78CF6C56-9116-4992-A862-08F696DA0B29}" srcOrd="6" destOrd="0" presId="urn:microsoft.com/office/officeart/2005/8/layout/default"/>
    <dgm:cxn modelId="{15F4568B-D75E-4392-9FF8-FFE397B732ED}" type="presParOf" srcId="{13E1A7D3-8A5E-4A75-B8E4-D56ACACE7407}" destId="{833D6327-5224-47B4-B27F-E398AEBF378D}" srcOrd="7" destOrd="0" presId="urn:microsoft.com/office/officeart/2005/8/layout/default"/>
    <dgm:cxn modelId="{61BC0288-B9DD-46D9-AB56-4D6C6B234A27}" type="presParOf" srcId="{13E1A7D3-8A5E-4A75-B8E4-D56ACACE7407}" destId="{E1E9F71D-1C4A-4DFF-AC45-76AE731743E7}" srcOrd="8" destOrd="0" presId="urn:microsoft.com/office/officeart/2005/8/layout/default"/>
    <dgm:cxn modelId="{D7AB9F05-CC0E-43B9-9EBF-9B5571823DE4}" type="presParOf" srcId="{13E1A7D3-8A5E-4A75-B8E4-D56ACACE7407}" destId="{3FD4969E-3340-493A-AECD-D0A018EE28ED}" srcOrd="9" destOrd="0" presId="urn:microsoft.com/office/officeart/2005/8/layout/default"/>
    <dgm:cxn modelId="{42B2BB61-AC49-4486-8BC0-DDF48999A385}" type="presParOf" srcId="{13E1A7D3-8A5E-4A75-B8E4-D56ACACE7407}" destId="{655B8982-C8B6-4832-8976-FB4AEF9C8AE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AB911-B20E-49A3-9244-035E218D8394}">
      <dsp:nvSpPr>
        <dsp:cNvPr id="0" name=""/>
        <dsp:cNvSpPr/>
      </dsp:nvSpPr>
      <dsp:spPr>
        <a:xfrm>
          <a:off x="1548" y="674267"/>
          <a:ext cx="1187213" cy="817990"/>
        </a:xfrm>
        <a:prstGeom prst="roundRect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5128" t="-612" r="15128" b="-612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47949-C0E1-4490-97A3-606F6DC1E952}">
      <dsp:nvSpPr>
        <dsp:cNvPr id="0" name=""/>
        <dsp:cNvSpPr/>
      </dsp:nvSpPr>
      <dsp:spPr>
        <a:xfrm>
          <a:off x="1548" y="1492257"/>
          <a:ext cx="1187213" cy="440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Arial" pitchFamily="34" charset="0"/>
              <a:cs typeface="Arial" pitchFamily="34" charset="0"/>
            </a:rPr>
            <a:t>Google Chrome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1548" y="1492257"/>
        <a:ext cx="1187213" cy="440456"/>
      </dsp:txXfrm>
    </dsp:sp>
    <dsp:sp modelId="{729F1A46-D11B-4336-8E5D-FFF29F38A9B4}">
      <dsp:nvSpPr>
        <dsp:cNvPr id="0" name=""/>
        <dsp:cNvSpPr/>
      </dsp:nvSpPr>
      <dsp:spPr>
        <a:xfrm>
          <a:off x="1307533" y="674267"/>
          <a:ext cx="1187213" cy="817990"/>
        </a:xfrm>
        <a:prstGeom prst="roundRect">
          <a:avLst/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5128" t="-612" r="15128" b="-612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A3A0E-C9B2-4F74-A3BA-227070228003}">
      <dsp:nvSpPr>
        <dsp:cNvPr id="0" name=""/>
        <dsp:cNvSpPr/>
      </dsp:nvSpPr>
      <dsp:spPr>
        <a:xfrm>
          <a:off x="1307533" y="1492257"/>
          <a:ext cx="1187213" cy="440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Arial" pitchFamily="34" charset="0"/>
              <a:cs typeface="Arial" pitchFamily="34" charset="0"/>
            </a:rPr>
            <a:t>Mozilla Firefox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1307533" y="1492257"/>
        <a:ext cx="1187213" cy="440456"/>
      </dsp:txXfrm>
    </dsp:sp>
    <dsp:sp modelId="{42404FA5-E74A-4D32-B5BA-2521EA870439}">
      <dsp:nvSpPr>
        <dsp:cNvPr id="0" name=""/>
        <dsp:cNvSpPr/>
      </dsp:nvSpPr>
      <dsp:spPr>
        <a:xfrm>
          <a:off x="2613518" y="674267"/>
          <a:ext cx="1187213" cy="817990"/>
        </a:xfrm>
        <a:prstGeom prst="roundRect">
          <a:avLst/>
        </a:prstGeom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5128" t="-612" r="15128" b="-612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6B7AC-7382-42BC-93F0-44EC9C9E45B1}">
      <dsp:nvSpPr>
        <dsp:cNvPr id="0" name=""/>
        <dsp:cNvSpPr/>
      </dsp:nvSpPr>
      <dsp:spPr>
        <a:xfrm>
          <a:off x="2613518" y="1492257"/>
          <a:ext cx="1187213" cy="440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Arial" pitchFamily="34" charset="0"/>
              <a:cs typeface="Arial" pitchFamily="34" charset="0"/>
            </a:rPr>
            <a:t>Safari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2613518" y="1492257"/>
        <a:ext cx="1187213" cy="440456"/>
      </dsp:txXfrm>
    </dsp:sp>
    <dsp:sp modelId="{CA3FD217-3E33-4259-ADD6-74E26FEFE419}">
      <dsp:nvSpPr>
        <dsp:cNvPr id="0" name=""/>
        <dsp:cNvSpPr/>
      </dsp:nvSpPr>
      <dsp:spPr>
        <a:xfrm>
          <a:off x="3919503" y="674267"/>
          <a:ext cx="1187213" cy="817990"/>
        </a:xfrm>
        <a:prstGeom prst="roundRect">
          <a:avLst/>
        </a:prstGeom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6644" t="1589" r="16644" b="1589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1D1A48-2B37-48B0-B86E-1B97606294A1}">
      <dsp:nvSpPr>
        <dsp:cNvPr id="0" name=""/>
        <dsp:cNvSpPr/>
      </dsp:nvSpPr>
      <dsp:spPr>
        <a:xfrm>
          <a:off x="3919503" y="1492257"/>
          <a:ext cx="1187213" cy="440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Arial" pitchFamily="34" charset="0"/>
              <a:cs typeface="Arial" pitchFamily="34" charset="0"/>
            </a:rPr>
            <a:t>Microsoft Edge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3919503" y="1492257"/>
        <a:ext cx="1187213" cy="440456"/>
      </dsp:txXfrm>
    </dsp:sp>
    <dsp:sp modelId="{11DD2A19-5091-44D5-9190-020C3C26364F}">
      <dsp:nvSpPr>
        <dsp:cNvPr id="0" name=""/>
        <dsp:cNvSpPr/>
      </dsp:nvSpPr>
      <dsp:spPr>
        <a:xfrm>
          <a:off x="5225488" y="674267"/>
          <a:ext cx="1188994" cy="817990"/>
        </a:xfrm>
        <a:prstGeom prst="roundRect">
          <a:avLst/>
        </a:prstGeom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6694" t="1589" r="16694" b="1589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439FD-E77C-485B-8478-CB7AA97B96DC}">
      <dsp:nvSpPr>
        <dsp:cNvPr id="0" name=""/>
        <dsp:cNvSpPr/>
      </dsp:nvSpPr>
      <dsp:spPr>
        <a:xfrm>
          <a:off x="5226378" y="1492257"/>
          <a:ext cx="1187213" cy="440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Arial" pitchFamily="34" charset="0"/>
              <a:cs typeface="Arial" pitchFamily="34" charset="0"/>
            </a:rPr>
            <a:t>Opera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5226378" y="1492257"/>
        <a:ext cx="1187213" cy="440456"/>
      </dsp:txXfrm>
    </dsp:sp>
    <dsp:sp modelId="{9FF3459B-D167-479E-93D2-6AF068DD49E1}">
      <dsp:nvSpPr>
        <dsp:cNvPr id="0" name=""/>
        <dsp:cNvSpPr/>
      </dsp:nvSpPr>
      <dsp:spPr>
        <a:xfrm>
          <a:off x="6533253" y="674267"/>
          <a:ext cx="1187213" cy="817990"/>
        </a:xfrm>
        <a:prstGeom prst="roundRect">
          <a:avLst/>
        </a:prstGeom>
        <a:blipFill dpi="0" rotWithShape="1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5128" t="-612" r="15128" b="-612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42472-F588-4676-924A-7B21D13B4777}">
      <dsp:nvSpPr>
        <dsp:cNvPr id="0" name=""/>
        <dsp:cNvSpPr/>
      </dsp:nvSpPr>
      <dsp:spPr>
        <a:xfrm>
          <a:off x="6533253" y="1492257"/>
          <a:ext cx="1187213" cy="440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Яндекс Браузер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6533253" y="1492257"/>
        <a:ext cx="1187213" cy="4404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7A90BD-1D14-47E8-97FF-97F560535B11}">
      <dsp:nvSpPr>
        <dsp:cNvPr id="0" name=""/>
        <dsp:cNvSpPr/>
      </dsp:nvSpPr>
      <dsp:spPr>
        <a:xfrm>
          <a:off x="0" y="0"/>
          <a:ext cx="6096000" cy="5053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latin typeface="Arial" pitchFamily="34" charset="0"/>
              <a:cs typeface="Arial" pitchFamily="34" charset="0"/>
            </a:rPr>
            <a:t>Google Chrome</a:t>
          </a:r>
          <a:endParaRPr lang="ru-RU" sz="10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Windows,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, Linux, Android,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iOS</a:t>
          </a:r>
          <a:endParaRPr lang="ru-RU" sz="8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Инструменты разработчика: 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Chrome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DevTools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 (F12 /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Ctrl+Shift+I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)</a:t>
          </a:r>
          <a:endParaRPr lang="ru-RU" sz="800" kern="1200" dirty="0">
            <a:latin typeface="Arial" pitchFamily="34" charset="0"/>
            <a:cs typeface="Arial" pitchFamily="34" charset="0"/>
          </a:endParaRPr>
        </a:p>
      </dsp:txBody>
      <dsp:txXfrm>
        <a:off x="1269736" y="0"/>
        <a:ext cx="4826263" cy="505365"/>
      </dsp:txXfrm>
    </dsp:sp>
    <dsp:sp modelId="{38913153-BF7E-44CC-AD61-A5B7C4D1601E}">
      <dsp:nvSpPr>
        <dsp:cNvPr id="0" name=""/>
        <dsp:cNvSpPr/>
      </dsp:nvSpPr>
      <dsp:spPr>
        <a:xfrm>
          <a:off x="50536" y="50536"/>
          <a:ext cx="1219200" cy="404292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09C13-9E2A-43E0-B834-6BD71C45EA19}">
      <dsp:nvSpPr>
        <dsp:cNvPr id="0" name=""/>
        <dsp:cNvSpPr/>
      </dsp:nvSpPr>
      <dsp:spPr>
        <a:xfrm>
          <a:off x="0" y="555902"/>
          <a:ext cx="6096000" cy="5053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latin typeface="Arial" pitchFamily="34" charset="0"/>
              <a:cs typeface="Arial" pitchFamily="34" charset="0"/>
            </a:rPr>
            <a:t>Mozilla Firefox</a:t>
          </a:r>
          <a:endParaRPr lang="ru-RU" sz="10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Windows,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, Linux, Android,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iOS</a:t>
          </a:r>
          <a:endParaRPr lang="ru-RU" sz="8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Инструменты разработчика: Инструменты веб-разработчика (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F12 /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Ctrl+Shift+I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)</a:t>
          </a:r>
          <a:endParaRPr lang="ru-RU" sz="800" kern="1200" dirty="0">
            <a:latin typeface="Arial" pitchFamily="34" charset="0"/>
            <a:cs typeface="Arial" pitchFamily="34" charset="0"/>
          </a:endParaRPr>
        </a:p>
      </dsp:txBody>
      <dsp:txXfrm>
        <a:off x="1269736" y="555902"/>
        <a:ext cx="4826263" cy="505365"/>
      </dsp:txXfrm>
    </dsp:sp>
    <dsp:sp modelId="{68CE02BA-4280-4A95-8767-E6D95A3B6123}">
      <dsp:nvSpPr>
        <dsp:cNvPr id="0" name=""/>
        <dsp:cNvSpPr/>
      </dsp:nvSpPr>
      <dsp:spPr>
        <a:xfrm>
          <a:off x="50536" y="606438"/>
          <a:ext cx="1219200" cy="404292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C44364-D676-4CF5-8FC9-D1A4A8C063C2}">
      <dsp:nvSpPr>
        <dsp:cNvPr id="0" name=""/>
        <dsp:cNvSpPr/>
      </dsp:nvSpPr>
      <dsp:spPr>
        <a:xfrm>
          <a:off x="0" y="1111804"/>
          <a:ext cx="6096000" cy="5053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latin typeface="Arial" pitchFamily="34" charset="0"/>
              <a:cs typeface="Arial" pitchFamily="34" charset="0"/>
            </a:rPr>
            <a:t>Safari</a:t>
          </a:r>
          <a:endParaRPr lang="ru-RU" sz="10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,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iOS</a:t>
          </a:r>
          <a:endParaRPr lang="ru-RU" sz="8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Инструменты разработчика: 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Web Inspector (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Cmd+Option+I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)</a:t>
          </a:r>
          <a:endParaRPr lang="ru-RU" sz="800" kern="1200" dirty="0">
            <a:latin typeface="Arial" pitchFamily="34" charset="0"/>
            <a:cs typeface="Arial" pitchFamily="34" charset="0"/>
          </a:endParaRPr>
        </a:p>
      </dsp:txBody>
      <dsp:txXfrm>
        <a:off x="1269736" y="1111804"/>
        <a:ext cx="4826263" cy="505365"/>
      </dsp:txXfrm>
    </dsp:sp>
    <dsp:sp modelId="{8779FB9F-49A4-434F-BA72-7101BA0932BC}">
      <dsp:nvSpPr>
        <dsp:cNvPr id="0" name=""/>
        <dsp:cNvSpPr/>
      </dsp:nvSpPr>
      <dsp:spPr>
        <a:xfrm>
          <a:off x="50536" y="1162340"/>
          <a:ext cx="1219200" cy="404292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35AB3B-BB57-4FB3-B314-561086F4ED74}">
      <dsp:nvSpPr>
        <dsp:cNvPr id="0" name=""/>
        <dsp:cNvSpPr/>
      </dsp:nvSpPr>
      <dsp:spPr>
        <a:xfrm>
          <a:off x="0" y="1667706"/>
          <a:ext cx="6096000" cy="5053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latin typeface="Arial" pitchFamily="34" charset="0"/>
              <a:cs typeface="Arial" pitchFamily="34" charset="0"/>
            </a:rPr>
            <a:t>Microsoft Edge</a:t>
          </a:r>
          <a:endParaRPr lang="ru-RU" sz="10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Windows,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, Linux, Android,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iOS</a:t>
          </a:r>
          <a:endParaRPr lang="ru-RU" sz="8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Инструменты разработчика: 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Microsoft Edge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DevTools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 </a:t>
          </a:r>
          <a:r>
            <a:rPr lang="ru-RU" sz="800" kern="1200" dirty="0" smtClean="0">
              <a:latin typeface="Arial" pitchFamily="34" charset="0"/>
              <a:cs typeface="Arial" pitchFamily="34" charset="0"/>
            </a:rPr>
            <a:t>(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F12 /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Ctrl+Shift+I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)</a:t>
          </a:r>
          <a:endParaRPr lang="ru-RU" sz="800" kern="1200" dirty="0">
            <a:latin typeface="Arial" pitchFamily="34" charset="0"/>
            <a:cs typeface="Arial" pitchFamily="34" charset="0"/>
          </a:endParaRPr>
        </a:p>
      </dsp:txBody>
      <dsp:txXfrm>
        <a:off x="1269736" y="1667706"/>
        <a:ext cx="4826263" cy="505365"/>
      </dsp:txXfrm>
    </dsp:sp>
    <dsp:sp modelId="{61501329-0276-42E5-B149-1F9BA87B37A7}">
      <dsp:nvSpPr>
        <dsp:cNvPr id="0" name=""/>
        <dsp:cNvSpPr/>
      </dsp:nvSpPr>
      <dsp:spPr>
        <a:xfrm>
          <a:off x="50536" y="1718242"/>
          <a:ext cx="1219200" cy="404292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ED370-2E36-4E24-9217-7AFA4DBBEBA5}">
      <dsp:nvSpPr>
        <dsp:cNvPr id="0" name=""/>
        <dsp:cNvSpPr/>
      </dsp:nvSpPr>
      <dsp:spPr>
        <a:xfrm>
          <a:off x="0" y="2223608"/>
          <a:ext cx="6096000" cy="5053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latin typeface="Arial" pitchFamily="34" charset="0"/>
              <a:cs typeface="Arial" pitchFamily="34" charset="0"/>
            </a:rPr>
            <a:t>Opera</a:t>
          </a:r>
          <a:endParaRPr lang="ru-RU" sz="10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Windows,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, Linux, Android,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iOS</a:t>
          </a:r>
          <a:endParaRPr lang="ru-RU" sz="8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Инструменты разработчика: 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Opera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DevTools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 (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Ctrl+Shift+I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)</a:t>
          </a:r>
          <a:endParaRPr lang="ru-RU" sz="800" kern="1200" dirty="0">
            <a:latin typeface="Arial" pitchFamily="34" charset="0"/>
            <a:cs typeface="Arial" pitchFamily="34" charset="0"/>
          </a:endParaRPr>
        </a:p>
      </dsp:txBody>
      <dsp:txXfrm>
        <a:off x="1269736" y="2223608"/>
        <a:ext cx="4826263" cy="505365"/>
      </dsp:txXfrm>
    </dsp:sp>
    <dsp:sp modelId="{87C0C08A-2B50-47B2-A00A-3E6E5003C9EF}">
      <dsp:nvSpPr>
        <dsp:cNvPr id="0" name=""/>
        <dsp:cNvSpPr/>
      </dsp:nvSpPr>
      <dsp:spPr>
        <a:xfrm>
          <a:off x="50536" y="2274144"/>
          <a:ext cx="1219200" cy="404292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C0E17B-98E4-4B7C-B29B-E2DC8E6C6FA4}">
      <dsp:nvSpPr>
        <dsp:cNvPr id="0" name=""/>
        <dsp:cNvSpPr/>
      </dsp:nvSpPr>
      <dsp:spPr>
        <a:xfrm>
          <a:off x="0" y="2779510"/>
          <a:ext cx="6096000" cy="5053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>
              <a:latin typeface="Arial" pitchFamily="34" charset="0"/>
              <a:cs typeface="Arial" pitchFamily="34" charset="0"/>
            </a:rPr>
            <a:t>Яндекс Браузер</a:t>
          </a:r>
          <a:endParaRPr lang="ru-RU" sz="10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Поддерживаемые ОС: 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Windows,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macOS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, Linux, Android,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iOS</a:t>
          </a:r>
          <a:endParaRPr lang="ru-RU" sz="8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800" kern="1200" dirty="0" smtClean="0">
              <a:latin typeface="Arial" pitchFamily="34" charset="0"/>
              <a:cs typeface="Arial" pitchFamily="34" charset="0"/>
            </a:rPr>
            <a:t>Инструменты разработчика: Инструменты разработчика (</a:t>
          </a:r>
          <a:r>
            <a:rPr lang="en-US" sz="800" kern="1200" dirty="0" smtClean="0">
              <a:latin typeface="Arial" pitchFamily="34" charset="0"/>
              <a:cs typeface="Arial" pitchFamily="34" charset="0"/>
            </a:rPr>
            <a:t>F12 / </a:t>
          </a:r>
          <a:r>
            <a:rPr lang="en-US" sz="800" kern="1200" dirty="0" err="1" smtClean="0">
              <a:latin typeface="Arial" pitchFamily="34" charset="0"/>
              <a:cs typeface="Arial" pitchFamily="34" charset="0"/>
            </a:rPr>
            <a:t>Ctrl+Shift+I</a:t>
          </a:r>
          <a:r>
            <a:rPr lang="ru-RU" sz="800" kern="1200" dirty="0" smtClean="0">
              <a:latin typeface="Arial" pitchFamily="34" charset="0"/>
              <a:cs typeface="Arial" pitchFamily="34" charset="0"/>
            </a:rPr>
            <a:t>)</a:t>
          </a:r>
          <a:endParaRPr lang="ru-RU" sz="800" kern="1200" dirty="0">
            <a:latin typeface="Arial" pitchFamily="34" charset="0"/>
            <a:cs typeface="Arial" pitchFamily="34" charset="0"/>
          </a:endParaRPr>
        </a:p>
      </dsp:txBody>
      <dsp:txXfrm>
        <a:off x="1269736" y="2779510"/>
        <a:ext cx="4826263" cy="505365"/>
      </dsp:txXfrm>
    </dsp:sp>
    <dsp:sp modelId="{76E40107-D2B8-456F-A21F-6281F4DAAA8B}">
      <dsp:nvSpPr>
        <dsp:cNvPr id="0" name=""/>
        <dsp:cNvSpPr/>
      </dsp:nvSpPr>
      <dsp:spPr>
        <a:xfrm>
          <a:off x="50536" y="2830046"/>
          <a:ext cx="1219200" cy="404292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33760" t="1025" r="33760" b="1025"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A6051-F3D3-4214-90A5-FC206C3E6449}">
      <dsp:nvSpPr>
        <dsp:cNvPr id="0" name=""/>
        <dsp:cNvSpPr/>
      </dsp:nvSpPr>
      <dsp:spPr>
        <a:xfrm>
          <a:off x="0" y="307159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latin typeface="Arial" pitchFamily="34" charset="0"/>
              <a:cs typeface="Arial" pitchFamily="34" charset="0"/>
            </a:rPr>
            <a:t>Google Chrome</a:t>
          </a:r>
          <a:endParaRPr lang="ru-RU" sz="17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Самый популярный</a:t>
          </a:r>
          <a:endParaRPr lang="ru-RU" sz="13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Синхронизация с аккаунтом </a:t>
          </a:r>
          <a:r>
            <a:rPr lang="en-US" sz="1300" kern="1200" dirty="0" smtClean="0">
              <a:latin typeface="Arial" pitchFamily="34" charset="0"/>
              <a:cs typeface="Arial" pitchFamily="34" charset="0"/>
            </a:rPr>
            <a:t>Google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0" y="307159"/>
        <a:ext cx="2407767" cy="1444660"/>
      </dsp:txXfrm>
    </dsp:sp>
    <dsp:sp modelId="{BACC3439-61E4-49FC-969D-484D96EDC7C0}">
      <dsp:nvSpPr>
        <dsp:cNvPr id="0" name=""/>
        <dsp:cNvSpPr/>
      </dsp:nvSpPr>
      <dsp:spPr>
        <a:xfrm>
          <a:off x="2648544" y="307159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latin typeface="Arial" pitchFamily="34" charset="0"/>
              <a:cs typeface="Arial" pitchFamily="34" charset="0"/>
            </a:rPr>
            <a:t>Mozilla Firefox</a:t>
          </a:r>
          <a:endParaRPr lang="ru-RU" sz="17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Открытый исходный код</a:t>
          </a:r>
          <a:endParaRPr lang="ru-RU" sz="13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Сильная защита приватности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2648544" y="307159"/>
        <a:ext cx="2407767" cy="1444660"/>
      </dsp:txXfrm>
    </dsp:sp>
    <dsp:sp modelId="{ABDA88D6-D684-41E9-AD3D-71D8BE7E9E3C}">
      <dsp:nvSpPr>
        <dsp:cNvPr id="0" name=""/>
        <dsp:cNvSpPr/>
      </dsp:nvSpPr>
      <dsp:spPr>
        <a:xfrm>
          <a:off x="5297088" y="307159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latin typeface="Arial" pitchFamily="34" charset="0"/>
              <a:cs typeface="Arial" pitchFamily="34" charset="0"/>
            </a:rPr>
            <a:t>Safari</a:t>
          </a:r>
          <a:endParaRPr lang="ru-RU" sz="17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Идеальная энергоэффективность на </a:t>
          </a:r>
          <a:r>
            <a:rPr lang="en-US" sz="1300" kern="1200" dirty="0" smtClean="0">
              <a:latin typeface="Arial" pitchFamily="34" charset="0"/>
              <a:cs typeface="Arial" pitchFamily="34" charset="0"/>
            </a:rPr>
            <a:t>Apple</a:t>
          </a:r>
          <a:endParaRPr lang="ru-RU" sz="13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Быстрый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5297088" y="307159"/>
        <a:ext cx="2407767" cy="1444660"/>
      </dsp:txXfrm>
    </dsp:sp>
    <dsp:sp modelId="{78CF6C56-9116-4992-A862-08F696DA0B29}">
      <dsp:nvSpPr>
        <dsp:cNvPr id="0" name=""/>
        <dsp:cNvSpPr/>
      </dsp:nvSpPr>
      <dsp:spPr>
        <a:xfrm>
          <a:off x="0" y="1992596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latin typeface="Arial" pitchFamily="34" charset="0"/>
              <a:cs typeface="Arial" pitchFamily="34" charset="0"/>
            </a:rPr>
            <a:t>Microsoft Edge</a:t>
          </a:r>
          <a:endParaRPr lang="ru-RU" sz="17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Встроен в </a:t>
          </a:r>
          <a:r>
            <a:rPr lang="en-US" sz="1300" kern="1200" dirty="0" smtClean="0">
              <a:latin typeface="Arial" pitchFamily="34" charset="0"/>
              <a:cs typeface="Arial" pitchFamily="34" charset="0"/>
            </a:rPr>
            <a:t>Windows</a:t>
          </a:r>
          <a:endParaRPr lang="ru-RU" sz="13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Экономит батарею</a:t>
          </a:r>
          <a:endParaRPr lang="ru-RU" sz="13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Поддержка </a:t>
          </a:r>
          <a:r>
            <a:rPr lang="en-US" sz="1300" kern="1200" dirty="0" smtClean="0">
              <a:latin typeface="Arial" pitchFamily="34" charset="0"/>
              <a:cs typeface="Arial" pitchFamily="34" charset="0"/>
            </a:rPr>
            <a:t>Chrome-</a:t>
          </a:r>
          <a:r>
            <a:rPr lang="ru-RU" sz="1300" kern="1200" dirty="0" smtClean="0">
              <a:latin typeface="Arial" pitchFamily="34" charset="0"/>
              <a:cs typeface="Arial" pitchFamily="34" charset="0"/>
            </a:rPr>
            <a:t>расширений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0" y="1992596"/>
        <a:ext cx="2407767" cy="1444660"/>
      </dsp:txXfrm>
    </dsp:sp>
    <dsp:sp modelId="{E1E9F71D-1C4A-4DFF-AC45-76AE731743E7}">
      <dsp:nvSpPr>
        <dsp:cNvPr id="0" name=""/>
        <dsp:cNvSpPr/>
      </dsp:nvSpPr>
      <dsp:spPr>
        <a:xfrm>
          <a:off x="2648544" y="1992596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latin typeface="Arial" pitchFamily="34" charset="0"/>
              <a:cs typeface="Arial" pitchFamily="34" charset="0"/>
            </a:rPr>
            <a:t>Opera</a:t>
          </a:r>
          <a:endParaRPr lang="ru-RU" sz="17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Встроенный </a:t>
          </a:r>
          <a:r>
            <a:rPr lang="ru-RU" sz="1300" kern="1200" dirty="0" err="1" smtClean="0">
              <a:latin typeface="Arial" pitchFamily="34" charset="0"/>
              <a:cs typeface="Arial" pitchFamily="34" charset="0"/>
            </a:rPr>
            <a:t>блокировщик</a:t>
          </a:r>
          <a:r>
            <a:rPr lang="ru-RU" sz="1300" kern="1200" dirty="0" smtClean="0">
              <a:latin typeface="Arial" pitchFamily="34" charset="0"/>
              <a:cs typeface="Arial" pitchFamily="34" charset="0"/>
            </a:rPr>
            <a:t> рекламы</a:t>
          </a:r>
          <a:endParaRPr lang="ru-RU" sz="13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>
              <a:latin typeface="Arial" pitchFamily="34" charset="0"/>
              <a:cs typeface="Arial" pitchFamily="34" charset="0"/>
            </a:rPr>
            <a:t>VPN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2648544" y="1992596"/>
        <a:ext cx="2407767" cy="1444660"/>
      </dsp:txXfrm>
    </dsp:sp>
    <dsp:sp modelId="{655B8982-C8B6-4832-8976-FB4AEF9C8AE0}">
      <dsp:nvSpPr>
        <dsp:cNvPr id="0" name=""/>
        <dsp:cNvSpPr/>
      </dsp:nvSpPr>
      <dsp:spPr>
        <a:xfrm>
          <a:off x="5297088" y="1992596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Arial" pitchFamily="34" charset="0"/>
              <a:cs typeface="Arial" pitchFamily="34" charset="0"/>
            </a:rPr>
            <a:t>Яндекс Браузер</a:t>
          </a:r>
          <a:endParaRPr lang="ru-RU" sz="17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Удобен для русскоязычных</a:t>
          </a:r>
          <a:endParaRPr lang="ru-RU" sz="13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err="1" smtClean="0">
              <a:latin typeface="Arial" pitchFamily="34" charset="0"/>
              <a:cs typeface="Arial" pitchFamily="34" charset="0"/>
            </a:rPr>
            <a:t>Блокировщик</a:t>
          </a:r>
          <a:r>
            <a:rPr lang="ru-RU" sz="1300" kern="1200" dirty="0" smtClean="0">
              <a:latin typeface="Arial" pitchFamily="34" charset="0"/>
              <a:cs typeface="Arial" pitchFamily="34" charset="0"/>
            </a:rPr>
            <a:t> рекламы</a:t>
          </a:r>
          <a:endParaRPr lang="ru-RU" sz="1300" kern="1200" dirty="0">
            <a:latin typeface="Arial" pitchFamily="34" charset="0"/>
            <a:cs typeface="Arial" pitchFamily="34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300" kern="1200" dirty="0" smtClean="0">
              <a:latin typeface="Arial" pitchFamily="34" charset="0"/>
              <a:cs typeface="Arial" pitchFamily="34" charset="0"/>
            </a:rPr>
            <a:t>Интеграция с сервисами Яндекс</a:t>
          </a:r>
          <a:endParaRPr lang="ru-RU" sz="1300" kern="1200" dirty="0">
            <a:latin typeface="Arial" pitchFamily="34" charset="0"/>
            <a:cs typeface="Arial" pitchFamily="34" charset="0"/>
          </a:endParaRPr>
        </a:p>
      </dsp:txBody>
      <dsp:txXfrm>
        <a:off x="5297088" y="1992596"/>
        <a:ext cx="2407767" cy="14446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A6051-F3D3-4214-90A5-FC206C3E6449}">
      <dsp:nvSpPr>
        <dsp:cNvPr id="0" name=""/>
        <dsp:cNvSpPr/>
      </dsp:nvSpPr>
      <dsp:spPr>
        <a:xfrm>
          <a:off x="0" y="307159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itchFamily="34" charset="0"/>
              <a:cs typeface="Arial" pitchFamily="34" charset="0"/>
            </a:rPr>
            <a:t>Google Chrome</a:t>
          </a:r>
          <a:endParaRPr lang="ru-RU" sz="14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Очень требователен к ОЗУ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Сбор телеметрии в </a:t>
          </a:r>
          <a:r>
            <a:rPr lang="en-US" sz="1100" kern="1200" dirty="0" smtClean="0">
              <a:latin typeface="Arial" pitchFamily="34" charset="0"/>
              <a:cs typeface="Arial" pitchFamily="34" charset="0"/>
            </a:rPr>
            <a:t>Google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Официально не имеет версии для </a:t>
          </a:r>
          <a:r>
            <a:rPr lang="en-US" sz="1100" kern="1200" dirty="0" smtClean="0">
              <a:latin typeface="Arial" pitchFamily="34" charset="0"/>
              <a:cs typeface="Arial" pitchFamily="34" charset="0"/>
            </a:rPr>
            <a:t>Linux</a:t>
          </a:r>
          <a:endParaRPr lang="ru-RU" sz="1100" kern="1200" dirty="0">
            <a:latin typeface="Arial" pitchFamily="34" charset="0"/>
            <a:cs typeface="Arial" pitchFamily="34" charset="0"/>
          </a:endParaRPr>
        </a:p>
      </dsp:txBody>
      <dsp:txXfrm>
        <a:off x="0" y="307159"/>
        <a:ext cx="2407767" cy="1444660"/>
      </dsp:txXfrm>
    </dsp:sp>
    <dsp:sp modelId="{BACC3439-61E4-49FC-969D-484D96EDC7C0}">
      <dsp:nvSpPr>
        <dsp:cNvPr id="0" name=""/>
        <dsp:cNvSpPr/>
      </dsp:nvSpPr>
      <dsp:spPr>
        <a:xfrm>
          <a:off x="2648544" y="307159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itchFamily="34" charset="0"/>
              <a:cs typeface="Arial" pitchFamily="34" charset="0"/>
            </a:rPr>
            <a:t>Mozilla Firefox</a:t>
          </a:r>
          <a:endParaRPr lang="ru-RU" sz="14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Меньшая доля рынка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Интерфейс требует привыкания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Медленнее восстанавливает упавшие сессии, чем </a:t>
          </a:r>
          <a:r>
            <a:rPr lang="en-US" sz="1100" kern="1200" dirty="0" smtClean="0">
              <a:latin typeface="Arial" pitchFamily="34" charset="0"/>
              <a:cs typeface="Arial" pitchFamily="34" charset="0"/>
            </a:rPr>
            <a:t>Chrome</a:t>
          </a:r>
          <a:endParaRPr lang="ru-RU" sz="1100" kern="1200" dirty="0">
            <a:latin typeface="Arial" pitchFamily="34" charset="0"/>
            <a:cs typeface="Arial" pitchFamily="34" charset="0"/>
          </a:endParaRPr>
        </a:p>
      </dsp:txBody>
      <dsp:txXfrm>
        <a:off x="2648544" y="307159"/>
        <a:ext cx="2407767" cy="1444660"/>
      </dsp:txXfrm>
    </dsp:sp>
    <dsp:sp modelId="{ABDA88D6-D684-41E9-AD3D-71D8BE7E9E3C}">
      <dsp:nvSpPr>
        <dsp:cNvPr id="0" name=""/>
        <dsp:cNvSpPr/>
      </dsp:nvSpPr>
      <dsp:spPr>
        <a:xfrm>
          <a:off x="5297088" y="307159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itchFamily="34" charset="0"/>
              <a:cs typeface="Arial" pitchFamily="34" charset="0"/>
            </a:rPr>
            <a:t>Safari</a:t>
          </a:r>
          <a:endParaRPr lang="ru-RU" sz="14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Работает только на устройствах </a:t>
          </a:r>
          <a:r>
            <a:rPr lang="en-US" sz="1100" kern="1200" dirty="0" smtClean="0">
              <a:latin typeface="Arial" pitchFamily="34" charset="0"/>
              <a:cs typeface="Arial" pitchFamily="34" charset="0"/>
            </a:rPr>
            <a:t>Apple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Нет версии для </a:t>
          </a:r>
          <a:r>
            <a:rPr lang="en-US" sz="1100" kern="1200" dirty="0" smtClean="0">
              <a:latin typeface="Arial" pitchFamily="34" charset="0"/>
              <a:cs typeface="Arial" pitchFamily="34" charset="0"/>
            </a:rPr>
            <a:t>Windows/Linux/Android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Меньше расширений, чем в </a:t>
          </a:r>
          <a:r>
            <a:rPr lang="en-US" sz="1100" kern="1200" dirty="0" smtClean="0">
              <a:latin typeface="Arial" pitchFamily="34" charset="0"/>
              <a:cs typeface="Arial" pitchFamily="34" charset="0"/>
            </a:rPr>
            <a:t>Chrome</a:t>
          </a:r>
          <a:endParaRPr lang="ru-RU" sz="1100" kern="1200" dirty="0">
            <a:latin typeface="Arial" pitchFamily="34" charset="0"/>
            <a:cs typeface="Arial" pitchFamily="34" charset="0"/>
          </a:endParaRPr>
        </a:p>
      </dsp:txBody>
      <dsp:txXfrm>
        <a:off x="5297088" y="307159"/>
        <a:ext cx="2407767" cy="1444660"/>
      </dsp:txXfrm>
    </dsp:sp>
    <dsp:sp modelId="{78CF6C56-9116-4992-A862-08F696DA0B29}">
      <dsp:nvSpPr>
        <dsp:cNvPr id="0" name=""/>
        <dsp:cNvSpPr/>
      </dsp:nvSpPr>
      <dsp:spPr>
        <a:xfrm>
          <a:off x="0" y="1992596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itchFamily="34" charset="0"/>
              <a:cs typeface="Arial" pitchFamily="34" charset="0"/>
            </a:rPr>
            <a:t>Microsoft Edge</a:t>
          </a:r>
          <a:endParaRPr lang="ru-RU" sz="14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Считается «Браузером по умолчанию» в </a:t>
          </a:r>
          <a:r>
            <a:rPr lang="en-US" sz="1100" kern="1200" dirty="0" smtClean="0">
              <a:latin typeface="Arial" pitchFamily="34" charset="0"/>
              <a:cs typeface="Arial" pitchFamily="34" charset="0"/>
            </a:rPr>
            <a:t>Windows</a:t>
          </a:r>
          <a:r>
            <a:rPr lang="ru-RU" sz="1100" kern="1200" dirty="0" smtClean="0">
              <a:latin typeface="Arial" pitchFamily="34" charset="0"/>
              <a:cs typeface="Arial" pitchFamily="34" charset="0"/>
            </a:rPr>
            <a:t> (сложно удалить)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Иногда навязывает сервисы </a:t>
          </a:r>
          <a:r>
            <a:rPr lang="en-US" sz="1100" kern="1200" dirty="0" smtClean="0">
              <a:latin typeface="Arial" pitchFamily="34" charset="0"/>
              <a:cs typeface="Arial" pitchFamily="34" charset="0"/>
            </a:rPr>
            <a:t>Microsoft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Медленно появляются новые функции по сравнению с </a:t>
          </a:r>
          <a:r>
            <a:rPr lang="en-US" sz="1100" kern="1200" dirty="0" smtClean="0">
              <a:latin typeface="Arial" pitchFamily="34" charset="0"/>
              <a:cs typeface="Arial" pitchFamily="34" charset="0"/>
            </a:rPr>
            <a:t>Chrome</a:t>
          </a:r>
          <a:endParaRPr lang="ru-RU" sz="1100" kern="1200" dirty="0">
            <a:latin typeface="Arial" pitchFamily="34" charset="0"/>
            <a:cs typeface="Arial" pitchFamily="34" charset="0"/>
          </a:endParaRPr>
        </a:p>
      </dsp:txBody>
      <dsp:txXfrm>
        <a:off x="0" y="1992596"/>
        <a:ext cx="2407767" cy="1444660"/>
      </dsp:txXfrm>
    </dsp:sp>
    <dsp:sp modelId="{E1E9F71D-1C4A-4DFF-AC45-76AE731743E7}">
      <dsp:nvSpPr>
        <dsp:cNvPr id="0" name=""/>
        <dsp:cNvSpPr/>
      </dsp:nvSpPr>
      <dsp:spPr>
        <a:xfrm>
          <a:off x="2648544" y="1992596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itchFamily="34" charset="0"/>
              <a:cs typeface="Arial" pitchFamily="34" charset="0"/>
            </a:rPr>
            <a:t>Opera</a:t>
          </a:r>
          <a:endParaRPr lang="ru-RU" sz="14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Меньшая популярность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Принадлежность китайскому консорциуму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Меньше уникальных расширений</a:t>
          </a:r>
          <a:endParaRPr lang="ru-RU" sz="1100" kern="1200" dirty="0">
            <a:latin typeface="Arial" pitchFamily="34" charset="0"/>
            <a:cs typeface="Arial" pitchFamily="34" charset="0"/>
          </a:endParaRPr>
        </a:p>
      </dsp:txBody>
      <dsp:txXfrm>
        <a:off x="2648544" y="1992596"/>
        <a:ext cx="2407767" cy="1444660"/>
      </dsp:txXfrm>
    </dsp:sp>
    <dsp:sp modelId="{655B8982-C8B6-4832-8976-FB4AEF9C8AE0}">
      <dsp:nvSpPr>
        <dsp:cNvPr id="0" name=""/>
        <dsp:cNvSpPr/>
      </dsp:nvSpPr>
      <dsp:spPr>
        <a:xfrm>
          <a:off x="5297088" y="1992596"/>
          <a:ext cx="2407767" cy="1444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Arial" pitchFamily="34" charset="0"/>
              <a:cs typeface="Arial" pitchFamily="34" charset="0"/>
            </a:rPr>
            <a:t>Яндекс Браузер</a:t>
          </a:r>
          <a:endParaRPr lang="ru-RU" sz="14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Сильная привязка к экосистеме Яндекс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Сбор данных для показа рекламы</a:t>
          </a:r>
          <a:endParaRPr lang="ru-RU" sz="1100" kern="1200" dirty="0">
            <a:latin typeface="Arial" pitchFamily="34" charset="0"/>
            <a:cs typeface="Arial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Arial" pitchFamily="34" charset="0"/>
              <a:cs typeface="Arial" pitchFamily="34" charset="0"/>
            </a:rPr>
            <a:t>Может работать медленнее на старых ПК</a:t>
          </a:r>
          <a:endParaRPr lang="ru-RU" sz="1100" kern="1200" dirty="0">
            <a:latin typeface="Arial" pitchFamily="34" charset="0"/>
            <a:cs typeface="Arial" pitchFamily="34" charset="0"/>
          </a:endParaRPr>
        </a:p>
      </dsp:txBody>
      <dsp:txXfrm>
        <a:off x="5297088" y="1992596"/>
        <a:ext cx="2407767" cy="14446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400300"/>
            <a:ext cx="7543800" cy="1143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543300"/>
            <a:ext cx="6858000" cy="74295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777240" y="4629150"/>
            <a:ext cx="7543800" cy="205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457450"/>
            <a:ext cx="7543800" cy="12573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3714750"/>
            <a:ext cx="6858000" cy="6858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777240" y="4629150"/>
            <a:ext cx="7543800" cy="205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457201"/>
            <a:ext cx="3657600" cy="28254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457201"/>
            <a:ext cx="3657600" cy="28254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457200"/>
            <a:ext cx="3657600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996948"/>
            <a:ext cx="3657600" cy="2286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457200"/>
            <a:ext cx="3657600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996948"/>
            <a:ext cx="3657600" cy="2286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937022"/>
            <a:ext cx="3657600" cy="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937022"/>
            <a:ext cx="3657600" cy="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429000"/>
            <a:ext cx="6784848" cy="120015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342900"/>
            <a:ext cx="4594934" cy="30860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2" y="342900"/>
            <a:ext cx="2673657" cy="30861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153444" y="1885752"/>
            <a:ext cx="28575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3429000"/>
            <a:ext cx="6784848" cy="120015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342900"/>
            <a:ext cx="7543800" cy="21717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2628900"/>
            <a:ext cx="7391400" cy="603647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14350"/>
            <a:ext cx="7239000" cy="291465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514351"/>
            <a:ext cx="1828800" cy="4057649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514351"/>
            <a:ext cx="5715000" cy="36576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3429000"/>
            <a:ext cx="6781800" cy="120015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514350"/>
            <a:ext cx="7543800" cy="29146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465658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0" y="4656582"/>
            <a:ext cx="487386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4265676"/>
            <a:ext cx="762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285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4629150"/>
            <a:ext cx="7543800" cy="205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refox.com/ru/" TargetMode="External"/><Relationship Id="rId2" Type="http://schemas.openxmlformats.org/officeDocument/2006/relationships/hyperlink" Target="https://www.google.com/chrome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rowser.yandex.ru/" TargetMode="External"/><Relationship Id="rId5" Type="http://schemas.openxmlformats.org/officeDocument/2006/relationships/hyperlink" Target="https://explore.microsoft.com/ru-ru/edge/" TargetMode="External"/><Relationship Id="rId4" Type="http://schemas.openxmlformats.org/officeDocument/2006/relationships/hyperlink" Target="https://www.apple.com/safar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15616" y="1085850"/>
            <a:ext cx="6336704" cy="1600200"/>
          </a:xfrm>
        </p:spPr>
        <p:txBody>
          <a:bodyPr>
            <a:noAutofit/>
          </a:bodyPr>
          <a:lstStyle/>
          <a:p>
            <a:r>
              <a:rPr lang="ru-RU" sz="4200" dirty="0">
                <a:latin typeface="Bahnschrift Condensed" pitchFamily="34" charset="0"/>
              </a:rPr>
              <a:t>Сравнительный анализ </a:t>
            </a:r>
            <a:r>
              <a:rPr lang="ru-RU" sz="4200" dirty="0" smtClean="0">
                <a:latin typeface="Bahnschrift Condensed" pitchFamily="34" charset="0"/>
              </a:rPr>
              <a:t>браузеров</a:t>
            </a:r>
            <a:endParaRPr lang="ru-RU" sz="4200" dirty="0">
              <a:latin typeface="Bahnschrift Condensed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r"/>
            <a:r>
              <a:rPr lang="ru-RU" sz="1600" dirty="0">
                <a:latin typeface="Bahnschrift Light SemiCondensed" pitchFamily="34" charset="0"/>
              </a:rPr>
              <a:t>ИС-34</a:t>
            </a:r>
          </a:p>
          <a:p>
            <a:pPr algn="r"/>
            <a:r>
              <a:rPr lang="ru-RU" sz="1600" dirty="0">
                <a:latin typeface="Bahnschrift Light SemiCondensed" pitchFamily="34" charset="0"/>
              </a:rPr>
              <a:t>Богданов Н.Н.</a:t>
            </a:r>
          </a:p>
          <a:p>
            <a:pPr algn="r"/>
            <a:r>
              <a:rPr lang="ru-RU" sz="1600" dirty="0">
                <a:latin typeface="Bahnschrift Light SemiCondensed" pitchFamily="34" charset="0"/>
              </a:rPr>
              <a:t>Новоселов А.А</a:t>
            </a:r>
            <a:r>
              <a:rPr lang="ru-RU" sz="1600" dirty="0" smtClean="0">
                <a:latin typeface="Bahnschrift Light SemiCondensed" pitchFamily="34" charset="0"/>
              </a:rPr>
              <a:t>.</a:t>
            </a:r>
            <a:endParaRPr lang="en-US" sz="1600" dirty="0" smtClean="0">
              <a:latin typeface="Bahnschrift Light SemiCondensed" pitchFamily="34" charset="0"/>
            </a:endParaRPr>
          </a:p>
          <a:p>
            <a:pPr algn="r"/>
            <a:endParaRPr lang="ru-RU" sz="1600" dirty="0">
              <a:latin typeface="Bahnschrift Light SemiCondensed" pitchFamily="34" charset="0"/>
            </a:endParaRPr>
          </a:p>
          <a:p>
            <a:pPr algn="r"/>
            <a:endParaRPr lang="ru-RU" sz="1600" dirty="0">
              <a:latin typeface="Bahnschrift Light SemiCondens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183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67544" y="342900"/>
            <a:ext cx="2675384" cy="788690"/>
          </a:xfrm>
        </p:spPr>
        <p:txBody>
          <a:bodyPr>
            <a:normAutofit/>
          </a:bodyPr>
          <a:lstStyle/>
          <a:p>
            <a:pPr algn="l"/>
            <a:r>
              <a:rPr lang="ru-RU" sz="3200" dirty="0">
                <a:latin typeface="Arial" pitchFamily="34" charset="0"/>
                <a:cs typeface="Arial" pitchFamily="34" charset="0"/>
              </a:rPr>
              <a:t>Цель работы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4" y="1131590"/>
            <a:ext cx="8321406" cy="1872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Сравнить современные офисные пакеты по объективным техническим, функциональным и экономическим критериям, найти и систематизировать информацию из открытых источников и представить результаты сравнения в виде стильной презентации</a:t>
            </a:r>
          </a:p>
        </p:txBody>
      </p:sp>
      <p:pic>
        <p:nvPicPr>
          <p:cNvPr id="5" name="Picture 2" descr="C:\Users\User\Downloads\browserlogo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787773"/>
            <a:ext cx="6106547" cy="140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550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4EF175E2-DD68-2F57-7617-E6DFA17890AD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6624736" cy="78869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Arial" pitchFamily="34" charset="0"/>
                <a:cs typeface="Arial" pitchFamily="34" charset="0"/>
              </a:rPr>
              <a:t>Объекты и критерии сравнения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E790AF1-F128-53A7-2C73-DBC5752718D8}"/>
              </a:ext>
            </a:extLst>
          </p:cNvPr>
          <p:cNvSpPr txBox="1"/>
          <p:nvPr/>
        </p:nvSpPr>
        <p:spPr>
          <a:xfrm>
            <a:off x="318200" y="2891125"/>
            <a:ext cx="3816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Движок рендеринга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Поддерживаемые ОС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Приватный режим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Инструменты разработчика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Поддержка веб-стандартов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8EE5E93-455D-D069-26A7-CC18B80FE9FC}"/>
              </a:ext>
            </a:extLst>
          </p:cNvPr>
          <p:cNvSpPr txBox="1"/>
          <p:nvPr/>
        </p:nvSpPr>
        <p:spPr>
          <a:xfrm>
            <a:off x="4499992" y="2911435"/>
            <a:ext cx="3816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Скорость работы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Оценка интерфейса (1-5)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Сильные стороны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Ограничения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540348504"/>
              </p:ext>
            </p:extLst>
          </p:nvPr>
        </p:nvGraphicFramePr>
        <p:xfrm>
          <a:off x="594400" y="561142"/>
          <a:ext cx="7722016" cy="2606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4556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632F3C-795A-067C-A9C9-888BD9076317}"/>
              </a:ext>
            </a:extLst>
          </p:cNvPr>
          <p:cNvSpPr txBox="1">
            <a:spLocks/>
          </p:cNvSpPr>
          <p:nvPr/>
        </p:nvSpPr>
        <p:spPr>
          <a:xfrm>
            <a:off x="467544" y="339502"/>
            <a:ext cx="6696744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 smtClean="0">
                <a:latin typeface="Arial" pitchFamily="34" charset="0"/>
                <a:cs typeface="Arial" pitchFamily="34" charset="0"/>
              </a:rPr>
              <a:t>Движки рендеринга:</a:t>
            </a:r>
            <a:endParaRPr lang="ru-RU" sz="32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="" xmlns:a16="http://schemas.microsoft.com/office/drawing/2014/main" id="{58B22504-AF92-0BAA-6238-B54A64CEE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370515"/>
              </p:ext>
            </p:extLst>
          </p:nvPr>
        </p:nvGraphicFramePr>
        <p:xfrm>
          <a:off x="827584" y="1187450"/>
          <a:ext cx="7488832" cy="3040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16">
                  <a:extLst>
                    <a:ext uri="{9D8B030D-6E8A-4147-A177-3AD203B41FA5}">
                      <a16:colId xmlns="" xmlns:a16="http://schemas.microsoft.com/office/drawing/2014/main" val="3662056646"/>
                    </a:ext>
                  </a:extLst>
                </a:gridCol>
                <a:gridCol w="3744416">
                  <a:extLst>
                    <a:ext uri="{9D8B030D-6E8A-4147-A177-3AD203B41FA5}">
                      <a16:colId xmlns="" xmlns:a16="http://schemas.microsoft.com/office/drawing/2014/main" val="4103769505"/>
                    </a:ext>
                  </a:extLst>
                </a:gridCol>
              </a:tblGrid>
              <a:tr h="507907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Браузер</a:t>
                      </a:r>
                      <a:endParaRPr lang="ru-RU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Движок рендеринга</a:t>
                      </a:r>
                      <a:endParaRPr lang="ru-RU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4659496"/>
                  </a:ext>
                </a:extLst>
              </a:tr>
              <a:tr h="507907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Google Chrome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Blink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483642200"/>
                  </a:ext>
                </a:extLst>
              </a:tr>
              <a:tr h="500949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Mozilla Firefox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Gecko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408242876"/>
                  </a:ext>
                </a:extLst>
              </a:tr>
              <a:tr h="507907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Safari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>
                          <a:latin typeface="Arial" pitchFamily="34" charset="0"/>
                          <a:cs typeface="Arial" pitchFamily="34" charset="0"/>
                        </a:rPr>
                        <a:t>WebKit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14592651"/>
                  </a:ext>
                </a:extLst>
              </a:tr>
              <a:tr h="507907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Opera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Blink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884070185"/>
                  </a:ext>
                </a:extLst>
              </a:tr>
              <a:tr h="507907"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Яндекс Браузер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Blink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60982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04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="" xmlns:a16="http://schemas.microsoft.com/office/drawing/2014/main" id="{6BD40BE7-8233-8C02-2FC4-B89B6388B1DE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4680520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Arial" pitchFamily="34" charset="0"/>
                <a:cs typeface="Arial" pitchFamily="34" charset="0"/>
              </a:rPr>
              <a:t>Оценка </a:t>
            </a:r>
            <a:r>
              <a:rPr lang="ru-RU" sz="3200" dirty="0" smtClean="0">
                <a:latin typeface="Arial" pitchFamily="34" charset="0"/>
                <a:cs typeface="Arial" pitchFamily="34" charset="0"/>
              </a:rPr>
              <a:t>интерфейса</a:t>
            </a:r>
            <a:endParaRPr lang="ru-RU" sz="32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="" xmlns:a16="http://schemas.microsoft.com/office/drawing/2014/main" id="{D2C45E72-C380-F9A3-292C-C2E64BFFD3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8325211"/>
              </p:ext>
            </p:extLst>
          </p:nvPr>
        </p:nvGraphicFramePr>
        <p:xfrm>
          <a:off x="467544" y="1059582"/>
          <a:ext cx="7848872" cy="3741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9825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071F3B4-B1C6-08A6-DD71-FD64834EEE44}"/>
              </a:ext>
            </a:extLst>
          </p:cNvPr>
          <p:cNvSpPr txBox="1"/>
          <p:nvPr/>
        </p:nvSpPr>
        <p:spPr>
          <a:xfrm>
            <a:off x="1104900" y="2514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8" name="Заголовок 2">
            <a:extLst>
              <a:ext uri="{FF2B5EF4-FFF2-40B4-BE49-F238E27FC236}">
                <a16:creationId xmlns="" xmlns:a16="http://schemas.microsoft.com/office/drawing/2014/main" id="{35C4783C-4F69-F35A-6664-1D2BF1FF11FC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8424936" cy="932706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itchFamily="34" charset="0"/>
                <a:cs typeface="Arial" pitchFamily="34" charset="0"/>
              </a:rPr>
              <a:t>Поддерживаемые ОС и инструменты разработчика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603856901"/>
              </p:ext>
            </p:extLst>
          </p:nvPr>
        </p:nvGraphicFramePr>
        <p:xfrm>
          <a:off x="755576" y="1302296"/>
          <a:ext cx="6096000" cy="3285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539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73316E1A-C2F9-9B96-1D54-8D6972872CD1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4680520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Arial" pitchFamily="34" charset="0"/>
                <a:cs typeface="Arial" pitchFamily="34" charset="0"/>
              </a:rPr>
              <a:t>Сильные стороны</a:t>
            </a: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827663615"/>
              </p:ext>
            </p:extLst>
          </p:nvPr>
        </p:nvGraphicFramePr>
        <p:xfrm>
          <a:off x="611560" y="915566"/>
          <a:ext cx="7704856" cy="37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8527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73316E1A-C2F9-9B96-1D54-8D6972872CD1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4680520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 smtClean="0">
                <a:latin typeface="Arial" pitchFamily="34" charset="0"/>
                <a:cs typeface="Arial" pitchFamily="34" charset="0"/>
              </a:rPr>
              <a:t>Ограничения</a:t>
            </a:r>
            <a:endParaRPr lang="ru-RU" sz="32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3877882435"/>
              </p:ext>
            </p:extLst>
          </p:nvPr>
        </p:nvGraphicFramePr>
        <p:xfrm>
          <a:off x="611560" y="915566"/>
          <a:ext cx="7704856" cy="37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7470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CED7CAFB-58BC-E8A7-BDDF-A7956CEE1B7B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7128792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Arial" pitchFamily="34" charset="0"/>
                <a:cs typeface="Arial" pitchFamily="34" charset="0"/>
              </a:rPr>
              <a:t>Рекомендации по выбору </a:t>
            </a:r>
            <a:r>
              <a:rPr lang="ru-RU" sz="3200" dirty="0" smtClean="0">
                <a:latin typeface="Arial" pitchFamily="34" charset="0"/>
                <a:cs typeface="Arial" pitchFamily="34" charset="0"/>
              </a:rPr>
              <a:t>браузера</a:t>
            </a:r>
            <a:endParaRPr lang="ru-RU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9552" y="1419622"/>
            <a:ext cx="40324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Для повседневной работы: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Яндекс Браузер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Оптимален для русскоязычных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пользователей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Microsoft Edge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Лучший выбор для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Windows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endParaRPr lang="ru-RU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86258" y="1419622"/>
            <a:ext cx="40324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Для разработки и тестирования сайтов: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Google Chrome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«Золотой стандарт» веб-разработки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Mozilla Firefox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Используется для проверки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кроссбраузерности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endParaRPr lang="ru-RU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156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="" xmlns:a16="http://schemas.microsoft.com/office/drawing/2014/main" id="{DAF2A7F7-F245-D766-2C3A-F77ED8A2D4CD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4680520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Arial" pitchFamily="34" charset="0"/>
                <a:cs typeface="Arial" pitchFamily="34" charset="0"/>
              </a:rPr>
              <a:t>Список источников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2E9355F-F85C-BC2F-99D4-AEDF21AEF08D}"/>
              </a:ext>
            </a:extLst>
          </p:cNvPr>
          <p:cNvSpPr txBox="1"/>
          <p:nvPr/>
        </p:nvSpPr>
        <p:spPr>
          <a:xfrm>
            <a:off x="467544" y="1275606"/>
            <a:ext cx="599394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Официальные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сайты разработчиков</a:t>
            </a:r>
            <a:r>
              <a:rPr lang="ru-RU" dirty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ru-RU" dirty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Google Chrome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>
                <a:latin typeface="Arial" pitchFamily="34" charset="0"/>
                <a:cs typeface="Arial" pitchFamily="34" charset="0"/>
                <a:hlinkClick r:id="rId2"/>
              </a:rPr>
              <a:t>https://www.google.com/chrome</a:t>
            </a:r>
            <a:r>
              <a:rPr lang="en-US" dirty="0" smtClean="0">
                <a:latin typeface="Arial" pitchFamily="34" charset="0"/>
                <a:cs typeface="Arial" pitchFamily="34" charset="0"/>
                <a:hlinkClick r:id="rId2"/>
              </a:rPr>
              <a:t>/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Mozilla Firefox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>
                <a:latin typeface="Arial" pitchFamily="34" charset="0"/>
                <a:cs typeface="Arial" pitchFamily="34" charset="0"/>
                <a:hlinkClick r:id="rId3"/>
              </a:rPr>
              <a:t>https://</a:t>
            </a:r>
            <a:r>
              <a:rPr lang="en-US" dirty="0" smtClean="0">
                <a:latin typeface="Arial" pitchFamily="34" charset="0"/>
                <a:cs typeface="Arial" pitchFamily="34" charset="0"/>
                <a:hlinkClick r:id="rId3"/>
              </a:rPr>
              <a:t>www.firefox.com/ru/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Safari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>
                <a:latin typeface="Arial" pitchFamily="34" charset="0"/>
                <a:cs typeface="Arial" pitchFamily="34" charset="0"/>
                <a:hlinkClick r:id="rId4"/>
              </a:rPr>
              <a:t>https://www.apple.com/safari</a:t>
            </a:r>
            <a:r>
              <a:rPr lang="en-US" dirty="0" smtClean="0">
                <a:latin typeface="Arial" pitchFamily="34" charset="0"/>
                <a:cs typeface="Arial" pitchFamily="34" charset="0"/>
                <a:hlinkClick r:id="rId4"/>
              </a:rPr>
              <a:t>/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Microsoft Edge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>
                <a:latin typeface="Arial" pitchFamily="34" charset="0"/>
                <a:cs typeface="Arial" pitchFamily="34" charset="0"/>
                <a:hlinkClick r:id="rId5"/>
              </a:rPr>
              <a:t>https://explore.microsoft.com/ru-ru/edge</a:t>
            </a:r>
            <a:r>
              <a:rPr lang="en-US" dirty="0" smtClean="0">
                <a:latin typeface="Arial" pitchFamily="34" charset="0"/>
                <a:cs typeface="Arial" pitchFamily="34" charset="0"/>
                <a:hlinkClick r:id="rId5"/>
              </a:rPr>
              <a:t>/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Яндекс Браузер: </a:t>
            </a:r>
            <a:r>
              <a:rPr lang="en-US" dirty="0">
                <a:latin typeface="Arial" pitchFamily="34" charset="0"/>
                <a:cs typeface="Arial" pitchFamily="34" charset="0"/>
                <a:hlinkClick r:id="rId6"/>
              </a:rPr>
              <a:t>https://browser.yandex.ru</a:t>
            </a:r>
            <a:r>
              <a:rPr lang="en-US" dirty="0" smtClean="0">
                <a:latin typeface="Arial" pitchFamily="34" charset="0"/>
                <a:cs typeface="Arial" pitchFamily="34" charset="0"/>
                <a:hlinkClick r:id="rId6"/>
              </a:rPr>
              <a:t>/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6983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343</TotalTime>
  <Words>463</Words>
  <Application>Microsoft Office PowerPoint</Application>
  <PresentationFormat>Экран (16:9)</PresentationFormat>
  <Paragraphs>120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NewsPrint</vt:lpstr>
      <vt:lpstr>Сравнительный анализ браузеров</vt:lpstr>
      <vt:lpstr>Цель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Сравнительный анализ офисных пакетов</dc:title>
  <dc:creator>as7</dc:creator>
  <cp:lastModifiedBy>User</cp:lastModifiedBy>
  <cp:revision>19</cp:revision>
  <dcterms:created xsi:type="dcterms:W3CDTF">2026-09-18T11:25:01Z</dcterms:created>
  <dcterms:modified xsi:type="dcterms:W3CDTF">2026-10-28T09:55:51Z</dcterms:modified>
</cp:coreProperties>
</file>