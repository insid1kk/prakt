
<file path=[Content_Types].xml><?xml version="1.0" encoding="utf-8"?>
<Types xmlns="http://schemas.openxmlformats.org/package/2006/content-types">
  <Default Extension="png" ContentType="image/png"/>
  <Default Extension="jfif" ContentType="image/jpe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1.xml" ContentType="application/vnd.ms-office.chartstyle+xml"/>
  <Override PartName="/ppt/charts/colors1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AB8"/>
    <a:srgbClr val="E41C1C"/>
    <a:srgbClr val="18A303"/>
    <a:srgbClr val="50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2" autoAdjust="0"/>
  </p:normalViewPr>
  <p:slideViewPr>
    <p:cSldViewPr>
      <p:cViewPr>
        <p:scale>
          <a:sx n="157" d="100"/>
          <a:sy n="157" d="100"/>
        </p:scale>
        <p:origin x="-294" y="20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Оценка</c:v>
                </c:pt>
              </c:strCache>
            </c:strRef>
          </c:tx>
          <c:spPr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BD0A-4068-B2F0-04129B3F36C6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6-BD0A-4068-B2F0-04129B3F36C6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BD0A-4068-B2F0-04129B3F36C6}"/>
              </c:ext>
            </c:extLst>
          </c:dPt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BD0A-4068-B2F0-04129B3F36C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Лист1!$A$2:$A$6</c:f>
              <c:strCache>
                <c:ptCount val="5"/>
                <c:pt idx="0">
                  <c:v>LibreOffice</c:v>
                </c:pt>
                <c:pt idx="1">
                  <c:v>МойОфис</c:v>
                </c:pt>
                <c:pt idx="2">
                  <c:v>Р7-Офис</c:v>
                </c:pt>
                <c:pt idx="3">
                  <c:v>Microsoft 365</c:v>
                </c:pt>
                <c:pt idx="4">
                  <c:v>Google Workspace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D0A-4068-B2F0-04129B3F36C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24594560"/>
        <c:axId val="224600064"/>
      </c:barChart>
      <c:catAx>
        <c:axId val="22459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Bahnschrift Light SemiCondensed" panose="020B0502040204020203" pitchFamily="34" charset="0"/>
                <a:ea typeface="+mn-ea"/>
                <a:cs typeface="+mn-cs"/>
              </a:defRPr>
            </a:pPr>
            <a:endParaRPr lang="ru-RU"/>
          </a:p>
        </c:txPr>
        <c:crossAx val="224600064"/>
        <c:crosses val="autoZero"/>
        <c:auto val="1"/>
        <c:lblAlgn val="ctr"/>
        <c:lblOffset val="100"/>
        <c:noMultiLvlLbl val="0"/>
      </c:catAx>
      <c:valAx>
        <c:axId val="2246000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24594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fif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9.png"/><Relationship Id="rId5" Type="http://schemas.openxmlformats.org/officeDocument/2006/relationships/image" Target="../media/image11.svg"/><Relationship Id="rId4" Type="http://schemas.openxmlformats.org/officeDocument/2006/relationships/image" Target="../media/image7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fif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9.png"/><Relationship Id="rId5" Type="http://schemas.openxmlformats.org/officeDocument/2006/relationships/image" Target="../media/image11.svg"/><Relationship Id="rId4" Type="http://schemas.openxmlformats.org/officeDocument/2006/relationships/image" Target="../media/image7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90F8D5-F9C2-44FB-AEDF-922B36A4FE47}" type="doc">
      <dgm:prSet loTypeId="urn:microsoft.com/office/officeart/2005/8/layout/pList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ru-RU"/>
        </a:p>
      </dgm:t>
    </dgm:pt>
    <dgm:pt modelId="{A8467707-03F2-42D5-AB1E-AA73EDDCABE1}">
      <dgm:prSet phldrT="[Текст]" phldr="0" custT="1"/>
      <dgm:spPr/>
      <dgm:t>
        <a:bodyPr/>
        <a:lstStyle/>
        <a:p>
          <a:r>
            <a:rPr lang="en-US" sz="1800" dirty="0">
              <a:latin typeface="Bahnschrift Light SemiCondensed" panose="020B0502040204020203" pitchFamily="34" charset="0"/>
            </a:rPr>
            <a:t>Microsoft 365</a:t>
          </a:r>
          <a:endParaRPr lang="ru-RU" sz="1800" dirty="0">
            <a:latin typeface="Bahnschrift Light SemiCondensed" panose="020B0502040204020203" pitchFamily="34" charset="0"/>
          </a:endParaRPr>
        </a:p>
      </dgm:t>
    </dgm:pt>
    <dgm:pt modelId="{6126EEB8-97FA-4B6F-8ADA-95798ECB19D0}" type="parTrans" cxnId="{61C8D50D-347C-4832-A17F-29750EC86C2A}">
      <dgm:prSet/>
      <dgm:spPr/>
      <dgm:t>
        <a:bodyPr/>
        <a:lstStyle/>
        <a:p>
          <a:endParaRPr lang="ru-RU"/>
        </a:p>
      </dgm:t>
    </dgm:pt>
    <dgm:pt modelId="{390E79B8-2815-47DB-93C5-1DDF459C1A29}" type="sibTrans" cxnId="{61C8D50D-347C-4832-A17F-29750EC86C2A}">
      <dgm:prSet/>
      <dgm:spPr/>
      <dgm:t>
        <a:bodyPr/>
        <a:lstStyle/>
        <a:p>
          <a:endParaRPr lang="ru-RU"/>
        </a:p>
      </dgm:t>
    </dgm:pt>
    <dgm:pt modelId="{0C457FB7-1B4D-4D85-AD53-287BFFC1D198}">
      <dgm:prSet phldrT="[Текст]" phldr="0" custT="1"/>
      <dgm:spPr/>
      <dgm:t>
        <a:bodyPr/>
        <a:lstStyle/>
        <a:p>
          <a:r>
            <a:rPr lang="en-US" sz="1800" dirty="0">
              <a:latin typeface="Bahnschrift Light SemiCondensed" panose="020B0502040204020203" pitchFamily="34" charset="0"/>
            </a:rPr>
            <a:t>Google Workspace</a:t>
          </a:r>
          <a:endParaRPr lang="ru-RU" sz="1800" dirty="0">
            <a:latin typeface="Bahnschrift Light SemiCondensed" panose="020B0502040204020203" pitchFamily="34" charset="0"/>
          </a:endParaRPr>
        </a:p>
      </dgm:t>
    </dgm:pt>
    <dgm:pt modelId="{A4998455-205B-461C-98F9-51240D211713}" type="parTrans" cxnId="{8ECA8188-BF67-49CD-ACFB-B45177C55103}">
      <dgm:prSet/>
      <dgm:spPr/>
      <dgm:t>
        <a:bodyPr/>
        <a:lstStyle/>
        <a:p>
          <a:endParaRPr lang="ru-RU"/>
        </a:p>
      </dgm:t>
    </dgm:pt>
    <dgm:pt modelId="{743A58A0-60C4-44F0-B2A6-C2CA81723D3C}" type="sibTrans" cxnId="{8ECA8188-BF67-49CD-ACFB-B45177C55103}">
      <dgm:prSet/>
      <dgm:spPr/>
      <dgm:t>
        <a:bodyPr/>
        <a:lstStyle/>
        <a:p>
          <a:endParaRPr lang="ru-RU"/>
        </a:p>
      </dgm:t>
    </dgm:pt>
    <dgm:pt modelId="{B7D5F257-3C2E-43D5-835D-F4EAB6B1C377}">
      <dgm:prSet phldrT="[Текст]" phldr="0" custT="1"/>
      <dgm:spPr/>
      <dgm:t>
        <a:bodyPr/>
        <a:lstStyle/>
        <a:p>
          <a:r>
            <a:rPr lang="ru-RU" sz="1800" dirty="0">
              <a:latin typeface="Bahnschrift Light SemiCondensed" panose="020B0502040204020203" pitchFamily="34" charset="0"/>
            </a:rPr>
            <a:t>МойОфис</a:t>
          </a:r>
          <a:endParaRPr lang="ru-RU" sz="2100" dirty="0">
            <a:latin typeface="Bahnschrift Light SemiCondensed" panose="020B0502040204020203" pitchFamily="34" charset="0"/>
          </a:endParaRPr>
        </a:p>
      </dgm:t>
    </dgm:pt>
    <dgm:pt modelId="{E85F67FE-8E66-4B1D-8F5D-7F99B8307FCB}" type="parTrans" cxnId="{15ACD5E9-28F1-475F-BF79-1AEADA66ECF3}">
      <dgm:prSet/>
      <dgm:spPr/>
      <dgm:t>
        <a:bodyPr/>
        <a:lstStyle/>
        <a:p>
          <a:endParaRPr lang="ru-RU"/>
        </a:p>
      </dgm:t>
    </dgm:pt>
    <dgm:pt modelId="{0975C637-ED01-4712-8E02-A19A185ECA36}" type="sibTrans" cxnId="{15ACD5E9-28F1-475F-BF79-1AEADA66ECF3}">
      <dgm:prSet/>
      <dgm:spPr/>
      <dgm:t>
        <a:bodyPr/>
        <a:lstStyle/>
        <a:p>
          <a:endParaRPr lang="ru-RU"/>
        </a:p>
      </dgm:t>
    </dgm:pt>
    <dgm:pt modelId="{AC1B90C1-4C92-4A56-BB27-56700C2129AB}">
      <dgm:prSet phldrT="[Текст]" phldr="0" custT="1"/>
      <dgm:spPr/>
      <dgm:t>
        <a:bodyPr/>
        <a:lstStyle/>
        <a:p>
          <a:r>
            <a:rPr lang="ru-RU" sz="1800" dirty="0">
              <a:latin typeface="Bahnschrift Light SemiCondensed" panose="020B0502040204020203" pitchFamily="34" charset="0"/>
            </a:rPr>
            <a:t>Р7-Офис</a:t>
          </a:r>
          <a:endParaRPr lang="ru-RU" sz="2400" dirty="0">
            <a:latin typeface="Bahnschrift Light SemiCondensed" panose="020B0502040204020203" pitchFamily="34" charset="0"/>
          </a:endParaRPr>
        </a:p>
      </dgm:t>
    </dgm:pt>
    <dgm:pt modelId="{2A2F39AD-351F-42B3-9707-0FD1BD87950A}" type="parTrans" cxnId="{82AC037D-FB42-495A-8873-8DC1D2926866}">
      <dgm:prSet/>
      <dgm:spPr/>
      <dgm:t>
        <a:bodyPr/>
        <a:lstStyle/>
        <a:p>
          <a:endParaRPr lang="ru-RU"/>
        </a:p>
      </dgm:t>
    </dgm:pt>
    <dgm:pt modelId="{4F64C8F3-0E25-4D6B-A0B2-206FB9998B4B}" type="sibTrans" cxnId="{82AC037D-FB42-495A-8873-8DC1D2926866}">
      <dgm:prSet/>
      <dgm:spPr/>
      <dgm:t>
        <a:bodyPr/>
        <a:lstStyle/>
        <a:p>
          <a:endParaRPr lang="ru-RU"/>
        </a:p>
      </dgm:t>
    </dgm:pt>
    <dgm:pt modelId="{2F8DDB3F-3524-4A3B-8593-98F8F826549D}">
      <dgm:prSet phldrT="[Текст]" phldr="0" custT="1"/>
      <dgm:spPr/>
      <dgm:t>
        <a:bodyPr/>
        <a:lstStyle/>
        <a:p>
          <a:r>
            <a:rPr lang="en-US" sz="1800" dirty="0">
              <a:latin typeface="Bahnschrift Light SemiCondensed" panose="020B0502040204020203" pitchFamily="34" charset="0"/>
            </a:rPr>
            <a:t>LibreOffice</a:t>
          </a:r>
          <a:endParaRPr lang="ru-RU" sz="1500" dirty="0">
            <a:latin typeface="Bahnschrift Light SemiCondensed" panose="020B0502040204020203" pitchFamily="34" charset="0"/>
          </a:endParaRPr>
        </a:p>
      </dgm:t>
    </dgm:pt>
    <dgm:pt modelId="{8B262F80-2275-467B-A9E3-00A9142B51A9}" type="parTrans" cxnId="{D43AF871-C931-4F96-8D13-2EFFB76614E5}">
      <dgm:prSet/>
      <dgm:spPr/>
      <dgm:t>
        <a:bodyPr/>
        <a:lstStyle/>
        <a:p>
          <a:endParaRPr lang="ru-RU"/>
        </a:p>
      </dgm:t>
    </dgm:pt>
    <dgm:pt modelId="{A2647C59-FA84-4985-9795-7086B2BA49BB}" type="sibTrans" cxnId="{D43AF871-C931-4F96-8D13-2EFFB76614E5}">
      <dgm:prSet/>
      <dgm:spPr/>
      <dgm:t>
        <a:bodyPr/>
        <a:lstStyle/>
        <a:p>
          <a:endParaRPr lang="ru-RU"/>
        </a:p>
      </dgm:t>
    </dgm:pt>
    <dgm:pt modelId="{C878D50E-6151-4361-BBB8-8D2CEACB5B2B}" type="pres">
      <dgm:prSet presAssocID="{4990F8D5-F9C2-44FB-AEDF-922B36A4FE4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F81C20B-A69C-40ED-BD01-6DAF2F91CD83}" type="pres">
      <dgm:prSet presAssocID="{A8467707-03F2-42D5-AB1E-AA73EDDCABE1}" presName="compNode" presStyleCnt="0"/>
      <dgm:spPr/>
    </dgm:pt>
    <dgm:pt modelId="{5F80A3AD-6FB4-41FC-B2D0-BCABB0B721FC}" type="pres">
      <dgm:prSet presAssocID="{A8467707-03F2-42D5-AB1E-AA73EDDCABE1}" presName="pictRect" presStyleLbl="node1" presStyleIdx="0" presStyleCnt="5"/>
      <dgm:spPr>
        <a:blipFill>
          <a:blip xmlns:r="http://schemas.openxmlformats.org/officeDocument/2006/relationships" r:embed="rId1"/>
          <a:srcRect/>
          <a:stretch>
            <a:fillRect t="-5000" b="-5000"/>
          </a:stretch>
        </a:blipFill>
      </dgm:spPr>
    </dgm:pt>
    <dgm:pt modelId="{16F7926A-170A-480E-A480-10EE923CCF49}" type="pres">
      <dgm:prSet presAssocID="{A8467707-03F2-42D5-AB1E-AA73EDDCABE1}" presName="textRect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DBB7BB-9B88-4A49-9D20-BA4DA615DE0B}" type="pres">
      <dgm:prSet presAssocID="{390E79B8-2815-47DB-93C5-1DDF459C1A29}" presName="sibTrans" presStyleLbl="sibTrans2D1" presStyleIdx="0" presStyleCnt="0"/>
      <dgm:spPr/>
      <dgm:t>
        <a:bodyPr/>
        <a:lstStyle/>
        <a:p>
          <a:endParaRPr lang="ru-RU"/>
        </a:p>
      </dgm:t>
    </dgm:pt>
    <dgm:pt modelId="{3D1A6C63-41BC-4037-8218-B1605F5D6E76}" type="pres">
      <dgm:prSet presAssocID="{2F8DDB3F-3524-4A3B-8593-98F8F826549D}" presName="compNode" presStyleCnt="0"/>
      <dgm:spPr/>
    </dgm:pt>
    <dgm:pt modelId="{842EBC56-6B20-4199-826B-39110A9F1353}" type="pres">
      <dgm:prSet presAssocID="{2F8DDB3F-3524-4A3B-8593-98F8F826549D}" presName="pictRect" presStyleLbl="node1" presStyleIdx="1" presStyleCnt="5"/>
      <dgm:spPr>
        <a:blipFill>
          <a:blip xmlns:r="http://schemas.openxmlformats.org/officeDocument/2006/relationships" r:embed="rId2"/>
          <a:srcRect/>
          <a:stretch>
            <a:fillRect l="-2000" r="-2000"/>
          </a:stretch>
        </a:blipFill>
      </dgm:spPr>
    </dgm:pt>
    <dgm:pt modelId="{DA44541F-E940-448C-9036-49919554A2D3}" type="pres">
      <dgm:prSet presAssocID="{2F8DDB3F-3524-4A3B-8593-98F8F826549D}" presName="textRect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D44C9B-46C2-4C20-8312-EDF5EC2212A1}" type="pres">
      <dgm:prSet presAssocID="{A2647C59-FA84-4985-9795-7086B2BA49BB}" presName="sibTrans" presStyleLbl="sibTrans2D1" presStyleIdx="0" presStyleCnt="0"/>
      <dgm:spPr/>
      <dgm:t>
        <a:bodyPr/>
        <a:lstStyle/>
        <a:p>
          <a:endParaRPr lang="ru-RU"/>
        </a:p>
      </dgm:t>
    </dgm:pt>
    <dgm:pt modelId="{3E6B6D3F-1E81-4E7A-BC7E-15AD28D4A482}" type="pres">
      <dgm:prSet presAssocID="{0C457FB7-1B4D-4D85-AD53-287BFFC1D198}" presName="compNode" presStyleCnt="0"/>
      <dgm:spPr/>
    </dgm:pt>
    <dgm:pt modelId="{6E86F6FB-CECC-4468-B3CC-37E2534E417A}" type="pres">
      <dgm:prSet presAssocID="{0C457FB7-1B4D-4D85-AD53-287BFFC1D198}" presName="pictRect" presStyleLbl="node1" presStyleIdx="2" presStyleCnt="5"/>
      <dgm:spPr>
        <a:blipFill dpi="0" rotWithShape="1">
          <a:blip xmlns:r="http://schemas.openxmlformats.org/officeDocument/2006/relationships" r:embed="rId3"/>
          <a:srcRect/>
          <a:stretch>
            <a:fillRect l="13477" t="-3008" r="13477" b="-3008"/>
          </a:stretch>
        </a:blipFill>
      </dgm:spPr>
    </dgm:pt>
    <dgm:pt modelId="{1FB1A1A4-B9B0-4A4D-B9C7-75B863734A43}" type="pres">
      <dgm:prSet presAssocID="{0C457FB7-1B4D-4D85-AD53-287BFFC1D198}" presName="textRect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368214C-8C0F-4A11-ACB2-4310926744C6}" type="pres">
      <dgm:prSet presAssocID="{743A58A0-60C4-44F0-B2A6-C2CA81723D3C}" presName="sibTrans" presStyleLbl="sibTrans2D1" presStyleIdx="0" presStyleCnt="0"/>
      <dgm:spPr/>
      <dgm:t>
        <a:bodyPr/>
        <a:lstStyle/>
        <a:p>
          <a:endParaRPr lang="ru-RU"/>
        </a:p>
      </dgm:t>
    </dgm:pt>
    <dgm:pt modelId="{5B9A7487-F045-4D83-B834-B9F0C273852B}" type="pres">
      <dgm:prSet presAssocID="{B7D5F257-3C2E-43D5-835D-F4EAB6B1C377}" presName="compNode" presStyleCnt="0"/>
      <dgm:spPr/>
    </dgm:pt>
    <dgm:pt modelId="{62C8E71C-63A6-4D21-BC45-8A0083D3C080}" type="pres">
      <dgm:prSet presAssocID="{B7D5F257-3C2E-43D5-835D-F4EAB6B1C377}" presName="pictRect" presStyleLbl="node1" presStyleIdx="3" presStyleCnt="5"/>
      <dgm:spPr>
        <a:blipFill dpi="0" rotWithShape="1">
          <a:blip xmlns:r="http://schemas.openxmlformats.org/officeDocument/2006/relationships" r:embed="rId4"/>
          <a:srcRect/>
          <a:stretch>
            <a:fillRect l="19564" t="5827" r="19564" b="5827"/>
          </a:stretch>
        </a:blipFill>
      </dgm:spPr>
    </dgm:pt>
    <dgm:pt modelId="{155F20FD-3A07-46F9-ADF6-B541CACAE676}" type="pres">
      <dgm:prSet presAssocID="{B7D5F257-3C2E-43D5-835D-F4EAB6B1C377}" presName="textRect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2EB6A3B-9F56-4397-A689-E344E5C941DE}" type="pres">
      <dgm:prSet presAssocID="{0975C637-ED01-4712-8E02-A19A185ECA36}" presName="sibTrans" presStyleLbl="sibTrans2D1" presStyleIdx="0" presStyleCnt="0"/>
      <dgm:spPr/>
      <dgm:t>
        <a:bodyPr/>
        <a:lstStyle/>
        <a:p>
          <a:endParaRPr lang="ru-RU"/>
        </a:p>
      </dgm:t>
    </dgm:pt>
    <dgm:pt modelId="{E1FA73DB-668F-42D1-9906-8D223362718E}" type="pres">
      <dgm:prSet presAssocID="{AC1B90C1-4C92-4A56-BB27-56700C2129AB}" presName="compNode" presStyleCnt="0"/>
      <dgm:spPr/>
    </dgm:pt>
    <dgm:pt modelId="{B6D9411C-BE23-4CC9-9BB2-B3CCAF8F515A}" type="pres">
      <dgm:prSet presAssocID="{AC1B90C1-4C92-4A56-BB27-56700C2129AB}" presName="pictRect" presStyleLbl="node1" presStyleIdx="4" presStyleCnt="5"/>
      <dgm:spPr>
        <a:blipFill>
          <a:blip xmlns:r="http://schemas.openxmlformats.org/officeDocument/2006/relationships" r:embed="rId5"/>
          <a:srcRect/>
          <a:stretch>
            <a:fillRect t="-23000" b="-23000"/>
          </a:stretch>
        </a:blipFill>
      </dgm:spPr>
    </dgm:pt>
    <dgm:pt modelId="{076A18E5-8153-4AE5-B4BF-C1E1E2EC3D59}" type="pres">
      <dgm:prSet presAssocID="{AC1B90C1-4C92-4A56-BB27-56700C2129AB}" presName="textRect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8990084-CEE7-4A37-87B3-C36F18561736}" type="presOf" srcId="{4990F8D5-F9C2-44FB-AEDF-922B36A4FE47}" destId="{C878D50E-6151-4361-BBB8-8D2CEACB5B2B}" srcOrd="0" destOrd="0" presId="urn:microsoft.com/office/officeart/2005/8/layout/pList1"/>
    <dgm:cxn modelId="{D43AF871-C931-4F96-8D13-2EFFB76614E5}" srcId="{4990F8D5-F9C2-44FB-AEDF-922B36A4FE47}" destId="{2F8DDB3F-3524-4A3B-8593-98F8F826549D}" srcOrd="1" destOrd="0" parTransId="{8B262F80-2275-467B-A9E3-00A9142B51A9}" sibTransId="{A2647C59-FA84-4985-9795-7086B2BA49BB}"/>
    <dgm:cxn modelId="{0B776347-5E76-4A2B-8901-98404C550A91}" type="presOf" srcId="{AC1B90C1-4C92-4A56-BB27-56700C2129AB}" destId="{076A18E5-8153-4AE5-B4BF-C1E1E2EC3D59}" srcOrd="0" destOrd="0" presId="urn:microsoft.com/office/officeart/2005/8/layout/pList1"/>
    <dgm:cxn modelId="{ACFB7911-26D4-48ED-84BA-4340D8094D56}" type="presOf" srcId="{0975C637-ED01-4712-8E02-A19A185ECA36}" destId="{02EB6A3B-9F56-4397-A689-E344E5C941DE}" srcOrd="0" destOrd="0" presId="urn:microsoft.com/office/officeart/2005/8/layout/pList1"/>
    <dgm:cxn modelId="{1CE8A845-2ECD-4F9D-B69C-C5D54E6A5503}" type="presOf" srcId="{390E79B8-2815-47DB-93C5-1DDF459C1A29}" destId="{95DBB7BB-9B88-4A49-9D20-BA4DA615DE0B}" srcOrd="0" destOrd="0" presId="urn:microsoft.com/office/officeart/2005/8/layout/pList1"/>
    <dgm:cxn modelId="{B9AA6516-B617-40C9-9187-FA8A76173D31}" type="presOf" srcId="{0C457FB7-1B4D-4D85-AD53-287BFFC1D198}" destId="{1FB1A1A4-B9B0-4A4D-B9C7-75B863734A43}" srcOrd="0" destOrd="0" presId="urn:microsoft.com/office/officeart/2005/8/layout/pList1"/>
    <dgm:cxn modelId="{56D0BBC4-5879-4E1D-B5D4-5C280284C9FA}" type="presOf" srcId="{A2647C59-FA84-4985-9795-7086B2BA49BB}" destId="{ABD44C9B-46C2-4C20-8312-EDF5EC2212A1}" srcOrd="0" destOrd="0" presId="urn:microsoft.com/office/officeart/2005/8/layout/pList1"/>
    <dgm:cxn modelId="{C7F78F80-669C-4182-A9E9-1BD0B6118A92}" type="presOf" srcId="{2F8DDB3F-3524-4A3B-8593-98F8F826549D}" destId="{DA44541F-E940-448C-9036-49919554A2D3}" srcOrd="0" destOrd="0" presId="urn:microsoft.com/office/officeart/2005/8/layout/pList1"/>
    <dgm:cxn modelId="{57979FDA-4AEC-4EA1-BF20-820A4CCD8A5E}" type="presOf" srcId="{A8467707-03F2-42D5-AB1E-AA73EDDCABE1}" destId="{16F7926A-170A-480E-A480-10EE923CCF49}" srcOrd="0" destOrd="0" presId="urn:microsoft.com/office/officeart/2005/8/layout/pList1"/>
    <dgm:cxn modelId="{8ECA8188-BF67-49CD-ACFB-B45177C55103}" srcId="{4990F8D5-F9C2-44FB-AEDF-922B36A4FE47}" destId="{0C457FB7-1B4D-4D85-AD53-287BFFC1D198}" srcOrd="2" destOrd="0" parTransId="{A4998455-205B-461C-98F9-51240D211713}" sibTransId="{743A58A0-60C4-44F0-B2A6-C2CA81723D3C}"/>
    <dgm:cxn modelId="{82AC037D-FB42-495A-8873-8DC1D2926866}" srcId="{4990F8D5-F9C2-44FB-AEDF-922B36A4FE47}" destId="{AC1B90C1-4C92-4A56-BB27-56700C2129AB}" srcOrd="4" destOrd="0" parTransId="{2A2F39AD-351F-42B3-9707-0FD1BD87950A}" sibTransId="{4F64C8F3-0E25-4D6B-A0B2-206FB9998B4B}"/>
    <dgm:cxn modelId="{15ACD5E9-28F1-475F-BF79-1AEADA66ECF3}" srcId="{4990F8D5-F9C2-44FB-AEDF-922B36A4FE47}" destId="{B7D5F257-3C2E-43D5-835D-F4EAB6B1C377}" srcOrd="3" destOrd="0" parTransId="{E85F67FE-8E66-4B1D-8F5D-7F99B8307FCB}" sibTransId="{0975C637-ED01-4712-8E02-A19A185ECA36}"/>
    <dgm:cxn modelId="{24B24A6C-ACB0-40B4-A57F-8A2F8DFB430B}" type="presOf" srcId="{743A58A0-60C4-44F0-B2A6-C2CA81723D3C}" destId="{B368214C-8C0F-4A11-ACB2-4310926744C6}" srcOrd="0" destOrd="0" presId="urn:microsoft.com/office/officeart/2005/8/layout/pList1"/>
    <dgm:cxn modelId="{61C8D50D-347C-4832-A17F-29750EC86C2A}" srcId="{4990F8D5-F9C2-44FB-AEDF-922B36A4FE47}" destId="{A8467707-03F2-42D5-AB1E-AA73EDDCABE1}" srcOrd="0" destOrd="0" parTransId="{6126EEB8-97FA-4B6F-8ADA-95798ECB19D0}" sibTransId="{390E79B8-2815-47DB-93C5-1DDF459C1A29}"/>
    <dgm:cxn modelId="{DE359434-948A-45F1-99D3-E40082BA0DAD}" type="presOf" srcId="{B7D5F257-3C2E-43D5-835D-F4EAB6B1C377}" destId="{155F20FD-3A07-46F9-ADF6-B541CACAE676}" srcOrd="0" destOrd="0" presId="urn:microsoft.com/office/officeart/2005/8/layout/pList1"/>
    <dgm:cxn modelId="{35A0E77B-30E3-43FB-A0FD-188BDE9AA971}" type="presParOf" srcId="{C878D50E-6151-4361-BBB8-8D2CEACB5B2B}" destId="{BF81C20B-A69C-40ED-BD01-6DAF2F91CD83}" srcOrd="0" destOrd="0" presId="urn:microsoft.com/office/officeart/2005/8/layout/pList1"/>
    <dgm:cxn modelId="{53590AA8-A4D5-4D85-AA91-2B42DE4E06BF}" type="presParOf" srcId="{BF81C20B-A69C-40ED-BD01-6DAF2F91CD83}" destId="{5F80A3AD-6FB4-41FC-B2D0-BCABB0B721FC}" srcOrd="0" destOrd="0" presId="urn:microsoft.com/office/officeart/2005/8/layout/pList1"/>
    <dgm:cxn modelId="{3990B3C6-2506-442C-9929-8FE3CF547717}" type="presParOf" srcId="{BF81C20B-A69C-40ED-BD01-6DAF2F91CD83}" destId="{16F7926A-170A-480E-A480-10EE923CCF49}" srcOrd="1" destOrd="0" presId="urn:microsoft.com/office/officeart/2005/8/layout/pList1"/>
    <dgm:cxn modelId="{79DDB848-4095-4801-8BC4-E87B883C0D6E}" type="presParOf" srcId="{C878D50E-6151-4361-BBB8-8D2CEACB5B2B}" destId="{95DBB7BB-9B88-4A49-9D20-BA4DA615DE0B}" srcOrd="1" destOrd="0" presId="urn:microsoft.com/office/officeart/2005/8/layout/pList1"/>
    <dgm:cxn modelId="{1F7C3BA9-164C-42B6-ACD5-9285757DFEA3}" type="presParOf" srcId="{C878D50E-6151-4361-BBB8-8D2CEACB5B2B}" destId="{3D1A6C63-41BC-4037-8218-B1605F5D6E76}" srcOrd="2" destOrd="0" presId="urn:microsoft.com/office/officeart/2005/8/layout/pList1"/>
    <dgm:cxn modelId="{F2D80074-8D02-432C-BEB0-C368D3A595C7}" type="presParOf" srcId="{3D1A6C63-41BC-4037-8218-B1605F5D6E76}" destId="{842EBC56-6B20-4199-826B-39110A9F1353}" srcOrd="0" destOrd="0" presId="urn:microsoft.com/office/officeart/2005/8/layout/pList1"/>
    <dgm:cxn modelId="{37326CDE-0BA1-4287-9ED8-538C267F6191}" type="presParOf" srcId="{3D1A6C63-41BC-4037-8218-B1605F5D6E76}" destId="{DA44541F-E940-448C-9036-49919554A2D3}" srcOrd="1" destOrd="0" presId="urn:microsoft.com/office/officeart/2005/8/layout/pList1"/>
    <dgm:cxn modelId="{605D5960-A3DC-450A-B460-8AFC42B7EDE5}" type="presParOf" srcId="{C878D50E-6151-4361-BBB8-8D2CEACB5B2B}" destId="{ABD44C9B-46C2-4C20-8312-EDF5EC2212A1}" srcOrd="3" destOrd="0" presId="urn:microsoft.com/office/officeart/2005/8/layout/pList1"/>
    <dgm:cxn modelId="{AAB220A9-BDEB-4F0C-9967-C9A3A9FFFD81}" type="presParOf" srcId="{C878D50E-6151-4361-BBB8-8D2CEACB5B2B}" destId="{3E6B6D3F-1E81-4E7A-BC7E-15AD28D4A482}" srcOrd="4" destOrd="0" presId="urn:microsoft.com/office/officeart/2005/8/layout/pList1"/>
    <dgm:cxn modelId="{5EFEBEF6-5C0E-450B-ADBD-85CD39EBEF89}" type="presParOf" srcId="{3E6B6D3F-1E81-4E7A-BC7E-15AD28D4A482}" destId="{6E86F6FB-CECC-4468-B3CC-37E2534E417A}" srcOrd="0" destOrd="0" presId="urn:microsoft.com/office/officeart/2005/8/layout/pList1"/>
    <dgm:cxn modelId="{DC58D5D8-72C4-4B16-9B5B-1FE9BDE759E9}" type="presParOf" srcId="{3E6B6D3F-1E81-4E7A-BC7E-15AD28D4A482}" destId="{1FB1A1A4-B9B0-4A4D-B9C7-75B863734A43}" srcOrd="1" destOrd="0" presId="urn:microsoft.com/office/officeart/2005/8/layout/pList1"/>
    <dgm:cxn modelId="{2F5D7C8C-958A-4B58-8B7E-81917CBC1DFE}" type="presParOf" srcId="{C878D50E-6151-4361-BBB8-8D2CEACB5B2B}" destId="{B368214C-8C0F-4A11-ACB2-4310926744C6}" srcOrd="5" destOrd="0" presId="urn:microsoft.com/office/officeart/2005/8/layout/pList1"/>
    <dgm:cxn modelId="{CE7B1C97-7392-42FF-920C-30FB0B93CC26}" type="presParOf" srcId="{C878D50E-6151-4361-BBB8-8D2CEACB5B2B}" destId="{5B9A7487-F045-4D83-B834-B9F0C273852B}" srcOrd="6" destOrd="0" presId="urn:microsoft.com/office/officeart/2005/8/layout/pList1"/>
    <dgm:cxn modelId="{F545DCBB-B879-4451-AD95-3540C328B8D2}" type="presParOf" srcId="{5B9A7487-F045-4D83-B834-B9F0C273852B}" destId="{62C8E71C-63A6-4D21-BC45-8A0083D3C080}" srcOrd="0" destOrd="0" presId="urn:microsoft.com/office/officeart/2005/8/layout/pList1"/>
    <dgm:cxn modelId="{D61B0841-D614-42A4-B225-6A9562ACDB9D}" type="presParOf" srcId="{5B9A7487-F045-4D83-B834-B9F0C273852B}" destId="{155F20FD-3A07-46F9-ADF6-B541CACAE676}" srcOrd="1" destOrd="0" presId="urn:microsoft.com/office/officeart/2005/8/layout/pList1"/>
    <dgm:cxn modelId="{CC630D1B-6147-40D3-B9DF-0D92D5F6EA61}" type="presParOf" srcId="{C878D50E-6151-4361-BBB8-8D2CEACB5B2B}" destId="{02EB6A3B-9F56-4397-A689-E344E5C941DE}" srcOrd="7" destOrd="0" presId="urn:microsoft.com/office/officeart/2005/8/layout/pList1"/>
    <dgm:cxn modelId="{FC76E756-DBC1-4E59-A7EA-846DA177225A}" type="presParOf" srcId="{C878D50E-6151-4361-BBB8-8D2CEACB5B2B}" destId="{E1FA73DB-668F-42D1-9906-8D223362718E}" srcOrd="8" destOrd="0" presId="urn:microsoft.com/office/officeart/2005/8/layout/pList1"/>
    <dgm:cxn modelId="{9BA185BE-3837-4A50-9E4E-69FCFF86123C}" type="presParOf" srcId="{E1FA73DB-668F-42D1-9906-8D223362718E}" destId="{B6D9411C-BE23-4CC9-9BB2-B3CCAF8F515A}" srcOrd="0" destOrd="0" presId="urn:microsoft.com/office/officeart/2005/8/layout/pList1"/>
    <dgm:cxn modelId="{0DC8CE0A-954A-478A-86D5-4E489B865F36}" type="presParOf" srcId="{E1FA73DB-668F-42D1-9906-8D223362718E}" destId="{076A18E5-8153-4AE5-B4BF-C1E1E2EC3D59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E1FC1B-D51F-41E5-AB80-857B089DEF18}" type="doc">
      <dgm:prSet loTypeId="urn:microsoft.com/office/officeart/2005/8/layout/vList4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ru-RU"/>
        </a:p>
      </dgm:t>
    </dgm:pt>
    <dgm:pt modelId="{36F541D0-AE3F-4F82-936D-DB6C7A525304}">
      <dgm:prSet phldrT="[Текст]" phldr="0"/>
      <dgm:spPr>
        <a:solidFill>
          <a:srgbClr val="00B0F0"/>
        </a:solidFill>
      </dgm:spPr>
      <dgm:t>
        <a:bodyPr/>
        <a:lstStyle/>
        <a:p>
          <a:r>
            <a:rPr lang="en-US" b="1" dirty="0">
              <a:latin typeface="Bahnschrift Light SemiCondensed" panose="020B0502040204020203" pitchFamily="34" charset="0"/>
            </a:rPr>
            <a:t>Microsoft 365</a:t>
          </a:r>
          <a:endParaRPr lang="ru-RU" b="1" dirty="0">
            <a:latin typeface="Bahnschrift Light SemiCondensed" panose="020B0502040204020203" pitchFamily="34" charset="0"/>
          </a:endParaRPr>
        </a:p>
      </dgm:t>
    </dgm:pt>
    <dgm:pt modelId="{098DBD3E-412F-4405-9837-BD1DDC18C51B}" type="parTrans" cxnId="{A7A85B62-FCA5-44C9-A697-DB2716CBEC1F}">
      <dgm:prSet/>
      <dgm:spPr/>
      <dgm:t>
        <a:bodyPr/>
        <a:lstStyle/>
        <a:p>
          <a:endParaRPr lang="ru-RU"/>
        </a:p>
      </dgm:t>
    </dgm:pt>
    <dgm:pt modelId="{9A202213-D50E-404E-B544-D4F1ABBBD1F9}" type="sibTrans" cxnId="{A7A85B62-FCA5-44C9-A697-DB2716CBEC1F}">
      <dgm:prSet/>
      <dgm:spPr/>
      <dgm:t>
        <a:bodyPr/>
        <a:lstStyle/>
        <a:p>
          <a:endParaRPr lang="ru-RU"/>
        </a:p>
      </dgm:t>
    </dgm:pt>
    <dgm:pt modelId="{CF2EE990-99CD-484C-B84A-9620E99BCF3A}">
      <dgm:prSet phldrT="[Текст]" phldr="0"/>
      <dgm:spPr>
        <a:solidFill>
          <a:srgbClr val="00B0F0"/>
        </a:solidFill>
      </dgm:spPr>
      <dgm:t>
        <a:bodyPr/>
        <a:lstStyle/>
        <a:p>
          <a:r>
            <a:rPr lang="ru-RU" b="0" i="1" dirty="0">
              <a:latin typeface="Bahnschrift Light SemiCondensed" panose="020B0502040204020203" pitchFamily="34" charset="0"/>
            </a:rPr>
            <a:t>ОС:</a:t>
          </a:r>
          <a:r>
            <a:rPr lang="ru-RU" dirty="0">
              <a:latin typeface="Bahnschrift Light SemiCondensed" panose="020B0502040204020203" pitchFamily="34" charset="0"/>
            </a:rPr>
            <a:t> </a:t>
          </a:r>
          <a:r>
            <a:rPr lang="en-US" dirty="0">
              <a:latin typeface="Bahnschrift Light SemiCondensed" panose="020B0502040204020203" pitchFamily="34" charset="0"/>
            </a:rPr>
            <a:t>Windows, Android, iOS, macOS</a:t>
          </a:r>
          <a:endParaRPr lang="ru-RU" dirty="0">
            <a:latin typeface="Bahnschrift Light SemiCondensed" panose="020B0502040204020203" pitchFamily="34" charset="0"/>
          </a:endParaRPr>
        </a:p>
      </dgm:t>
    </dgm:pt>
    <dgm:pt modelId="{55EE3A74-4640-49A7-8E25-8E3101982486}" type="parTrans" cxnId="{7977B92E-5DAF-4883-92F2-971CA2B58E11}">
      <dgm:prSet/>
      <dgm:spPr/>
      <dgm:t>
        <a:bodyPr/>
        <a:lstStyle/>
        <a:p>
          <a:endParaRPr lang="ru-RU"/>
        </a:p>
      </dgm:t>
    </dgm:pt>
    <dgm:pt modelId="{FCC051AB-5DFB-4DA5-8DAE-10788B2C511D}" type="sibTrans" cxnId="{7977B92E-5DAF-4883-92F2-971CA2B58E11}">
      <dgm:prSet/>
      <dgm:spPr/>
      <dgm:t>
        <a:bodyPr/>
        <a:lstStyle/>
        <a:p>
          <a:endParaRPr lang="ru-RU"/>
        </a:p>
      </dgm:t>
    </dgm:pt>
    <dgm:pt modelId="{6456111B-C3CC-46FB-B728-E9EF7E1DB608}">
      <dgm:prSet phldrT="[Текст]" phldr="0"/>
      <dgm:spPr>
        <a:solidFill>
          <a:srgbClr val="00B0F0"/>
        </a:solidFill>
      </dgm:spPr>
      <dgm:t>
        <a:bodyPr/>
        <a:lstStyle/>
        <a:p>
          <a:r>
            <a:rPr lang="ru-RU" b="0" i="1" dirty="0">
              <a:latin typeface="Bahnschrift Light SemiCondensed" panose="020B0502040204020203" pitchFamily="34" charset="0"/>
            </a:rPr>
            <a:t>Форматы</a:t>
          </a:r>
          <a:r>
            <a:rPr lang="ru-RU" b="1" dirty="0">
              <a:latin typeface="Bahnschrift Light SemiCondensed" panose="020B0502040204020203" pitchFamily="34" charset="0"/>
            </a:rPr>
            <a:t> </a:t>
          </a:r>
          <a:r>
            <a:rPr lang="ru-RU" b="0" i="1" dirty="0">
              <a:latin typeface="Bahnschrift Light SemiCondensed" panose="020B0502040204020203" pitchFamily="34" charset="0"/>
            </a:rPr>
            <a:t>файлов: </a:t>
          </a:r>
          <a:r>
            <a:rPr lang="en-US" dirty="0">
              <a:latin typeface="Bahnschrift Light SemiCondensed" panose="020B0502040204020203" pitchFamily="34" charset="0"/>
            </a:rPr>
            <a:t>.docx; .xlsx; .pptx; .pdf; .gif; .jpg; .</a:t>
          </a:r>
          <a:r>
            <a:rPr lang="en-US" dirty="0" err="1">
              <a:latin typeface="Bahnschrift Light SemiCondensed" panose="020B0502040204020203" pitchFamily="34" charset="0"/>
            </a:rPr>
            <a:t>png</a:t>
          </a:r>
          <a:r>
            <a:rPr lang="en-US" dirty="0">
              <a:latin typeface="Bahnschrift Light SemiCondensed" panose="020B0502040204020203" pitchFamily="34" charset="0"/>
            </a:rPr>
            <a:t>;</a:t>
          </a:r>
          <a:endParaRPr lang="ru-RU" dirty="0">
            <a:latin typeface="Bahnschrift Light SemiCondensed" panose="020B0502040204020203" pitchFamily="34" charset="0"/>
          </a:endParaRPr>
        </a:p>
      </dgm:t>
    </dgm:pt>
    <dgm:pt modelId="{E6F446BF-BBFF-498D-8B84-DC7FE4435ABF}" type="parTrans" cxnId="{F13D2E83-E83B-4D87-9A6C-DBA9FE1F8F18}">
      <dgm:prSet/>
      <dgm:spPr/>
      <dgm:t>
        <a:bodyPr/>
        <a:lstStyle/>
        <a:p>
          <a:endParaRPr lang="ru-RU"/>
        </a:p>
      </dgm:t>
    </dgm:pt>
    <dgm:pt modelId="{B3509FB8-E6C8-42F3-BB26-7A8DB86245C6}" type="sibTrans" cxnId="{F13D2E83-E83B-4D87-9A6C-DBA9FE1F8F18}">
      <dgm:prSet/>
      <dgm:spPr/>
      <dgm:t>
        <a:bodyPr/>
        <a:lstStyle/>
        <a:p>
          <a:endParaRPr lang="ru-RU"/>
        </a:p>
      </dgm:t>
    </dgm:pt>
    <dgm:pt modelId="{E758DB42-2854-4B46-A51C-9D447A3328AE}">
      <dgm:prSet phldrT="[Текст]" phldr="0"/>
      <dgm:spPr>
        <a:solidFill>
          <a:srgbClr val="18A303"/>
        </a:solidFill>
      </dgm:spPr>
      <dgm:t>
        <a:bodyPr/>
        <a:lstStyle/>
        <a:p>
          <a:r>
            <a:rPr lang="en-US" b="1" dirty="0">
              <a:latin typeface="Bahnschrift Light SemiCondensed" panose="020B0502040204020203" pitchFamily="34" charset="0"/>
            </a:rPr>
            <a:t>LibreOffice</a:t>
          </a:r>
          <a:endParaRPr lang="ru-RU" b="1" dirty="0">
            <a:latin typeface="Bahnschrift Light SemiCondensed" panose="020B0502040204020203" pitchFamily="34" charset="0"/>
          </a:endParaRPr>
        </a:p>
      </dgm:t>
    </dgm:pt>
    <dgm:pt modelId="{4976C7EC-CFC3-46D4-A098-0008AACC6EE8}" type="parTrans" cxnId="{9686C1B6-AC70-4C86-8E77-78A638777B1C}">
      <dgm:prSet/>
      <dgm:spPr/>
      <dgm:t>
        <a:bodyPr/>
        <a:lstStyle/>
        <a:p>
          <a:endParaRPr lang="ru-RU"/>
        </a:p>
      </dgm:t>
    </dgm:pt>
    <dgm:pt modelId="{69E9F53D-E0ED-40BC-91F6-9A5CD026B96E}" type="sibTrans" cxnId="{9686C1B6-AC70-4C86-8E77-78A638777B1C}">
      <dgm:prSet/>
      <dgm:spPr/>
      <dgm:t>
        <a:bodyPr/>
        <a:lstStyle/>
        <a:p>
          <a:endParaRPr lang="ru-RU"/>
        </a:p>
      </dgm:t>
    </dgm:pt>
    <dgm:pt modelId="{75BA29E4-D08A-4966-9E38-CF1D38FC736D}">
      <dgm:prSet phldrT="[Текст]" phldr="0"/>
      <dgm:spPr>
        <a:solidFill>
          <a:srgbClr val="18A303"/>
        </a:solidFill>
      </dgm:spPr>
      <dgm:t>
        <a:bodyPr/>
        <a:lstStyle/>
        <a:p>
          <a:r>
            <a:rPr lang="ru-RU" b="0" i="1" dirty="0">
              <a:latin typeface="Bahnschrift Light SemiCondensed" panose="020B0502040204020203" pitchFamily="34" charset="0"/>
            </a:rPr>
            <a:t>ОС:</a:t>
          </a:r>
          <a:r>
            <a:rPr lang="ru-RU" b="1" dirty="0">
              <a:latin typeface="Bahnschrift Light SemiCondensed" panose="020B0502040204020203" pitchFamily="34" charset="0"/>
            </a:rPr>
            <a:t> </a:t>
          </a:r>
          <a:r>
            <a:rPr lang="en-US" b="0" dirty="0">
              <a:latin typeface="Bahnschrift Light SemiCondensed" panose="020B0502040204020203" pitchFamily="34" charset="0"/>
            </a:rPr>
            <a:t>Windows, Linux, macOS</a:t>
          </a:r>
          <a:endParaRPr lang="ru-RU" b="1" dirty="0">
            <a:latin typeface="Bahnschrift Light SemiCondensed" panose="020B0502040204020203" pitchFamily="34" charset="0"/>
          </a:endParaRPr>
        </a:p>
      </dgm:t>
    </dgm:pt>
    <dgm:pt modelId="{D16651A1-4A3C-4781-A3D1-1159E961348F}" type="parTrans" cxnId="{1ED3DE41-3CF4-41F4-AC2E-0E04FDB78241}">
      <dgm:prSet/>
      <dgm:spPr/>
      <dgm:t>
        <a:bodyPr/>
        <a:lstStyle/>
        <a:p>
          <a:endParaRPr lang="ru-RU"/>
        </a:p>
      </dgm:t>
    </dgm:pt>
    <dgm:pt modelId="{F49462D4-72CF-4A04-9EA3-CBA5F4177B53}" type="sibTrans" cxnId="{1ED3DE41-3CF4-41F4-AC2E-0E04FDB78241}">
      <dgm:prSet/>
      <dgm:spPr/>
      <dgm:t>
        <a:bodyPr/>
        <a:lstStyle/>
        <a:p>
          <a:endParaRPr lang="ru-RU"/>
        </a:p>
      </dgm:t>
    </dgm:pt>
    <dgm:pt modelId="{BCF2EEBE-B5F6-4D46-BEC8-FDF2015BE9E0}">
      <dgm:prSet phldrT="[Текст]" phldr="0"/>
      <dgm:spPr>
        <a:solidFill>
          <a:srgbClr val="18A303"/>
        </a:solidFill>
      </dgm:spPr>
      <dgm:t>
        <a:bodyPr/>
        <a:lstStyle/>
        <a:p>
          <a:r>
            <a:rPr lang="ru-RU" b="0" i="1" dirty="0">
              <a:latin typeface="Bahnschrift Light SemiCondensed" panose="020B0502040204020203" pitchFamily="34" charset="0"/>
            </a:rPr>
            <a:t>Форматы файлов: </a:t>
          </a:r>
          <a:r>
            <a:rPr lang="en-US" dirty="0">
              <a:latin typeface="Bahnschrift Light SemiCondensed" panose="020B0502040204020203" pitchFamily="34" charset="0"/>
            </a:rPr>
            <a:t>.</a:t>
          </a:r>
          <a:r>
            <a:rPr lang="en-US" dirty="0" err="1">
              <a:latin typeface="Bahnschrift Light SemiCondensed" panose="020B0502040204020203" pitchFamily="34" charset="0"/>
            </a:rPr>
            <a:t>odt</a:t>
          </a:r>
          <a:r>
            <a:rPr lang="en-US" dirty="0">
              <a:latin typeface="Bahnschrift Light SemiCondensed" panose="020B0502040204020203" pitchFamily="34" charset="0"/>
            </a:rPr>
            <a:t>; .</a:t>
          </a:r>
          <a:r>
            <a:rPr lang="en-US" dirty="0" err="1">
              <a:latin typeface="Bahnschrift Light SemiCondensed" panose="020B0502040204020203" pitchFamily="34" charset="0"/>
            </a:rPr>
            <a:t>ods</a:t>
          </a:r>
          <a:r>
            <a:rPr lang="en-US" dirty="0">
              <a:latin typeface="Bahnschrift Light SemiCondensed" panose="020B0502040204020203" pitchFamily="34" charset="0"/>
            </a:rPr>
            <a:t>; .</a:t>
          </a:r>
          <a:r>
            <a:rPr lang="en-US" dirty="0" err="1">
              <a:latin typeface="Bahnschrift Light SemiCondensed" panose="020B0502040204020203" pitchFamily="34" charset="0"/>
            </a:rPr>
            <a:t>odp</a:t>
          </a:r>
          <a:r>
            <a:rPr lang="en-US" dirty="0">
              <a:latin typeface="Bahnschrift Light SemiCondensed" panose="020B0502040204020203" pitchFamily="34" charset="0"/>
            </a:rPr>
            <a:t>; .docx; .xlsx; .pptx; .pdf;</a:t>
          </a:r>
          <a:endParaRPr lang="ru-RU" dirty="0">
            <a:latin typeface="Bahnschrift Light SemiCondensed" panose="020B0502040204020203" pitchFamily="34" charset="0"/>
          </a:endParaRPr>
        </a:p>
      </dgm:t>
    </dgm:pt>
    <dgm:pt modelId="{6A119097-E8DF-424C-99BB-2204683DB7C4}" type="parTrans" cxnId="{D399DF20-D6A9-4E22-86F7-D4EBDA1953A1}">
      <dgm:prSet/>
      <dgm:spPr/>
      <dgm:t>
        <a:bodyPr/>
        <a:lstStyle/>
        <a:p>
          <a:endParaRPr lang="ru-RU"/>
        </a:p>
      </dgm:t>
    </dgm:pt>
    <dgm:pt modelId="{C566F1ED-FC2E-49EC-8FDC-7B178CD7B36A}" type="sibTrans" cxnId="{D399DF20-D6A9-4E22-86F7-D4EBDA1953A1}">
      <dgm:prSet/>
      <dgm:spPr/>
      <dgm:t>
        <a:bodyPr/>
        <a:lstStyle/>
        <a:p>
          <a:endParaRPr lang="ru-RU"/>
        </a:p>
      </dgm:t>
    </dgm:pt>
    <dgm:pt modelId="{8E81235C-F224-45AF-A479-CAB7E017894F}">
      <dgm:prSet phldrT="[Текст]" phldr="0"/>
      <dgm:spPr>
        <a:solidFill>
          <a:srgbClr val="E41C1C">
            <a:alpha val="90000"/>
          </a:srgbClr>
        </a:solidFill>
      </dgm:spPr>
      <dgm:t>
        <a:bodyPr/>
        <a:lstStyle/>
        <a:p>
          <a:r>
            <a:rPr lang="en-US" b="1" dirty="0">
              <a:latin typeface="Bahnschrift Light SemiCondensed" panose="020B0502040204020203" pitchFamily="34" charset="0"/>
            </a:rPr>
            <a:t>Google Workspace</a:t>
          </a:r>
          <a:endParaRPr lang="ru-RU" b="1" dirty="0">
            <a:latin typeface="Bahnschrift Light SemiCondensed" panose="020B0502040204020203" pitchFamily="34" charset="0"/>
          </a:endParaRPr>
        </a:p>
      </dgm:t>
    </dgm:pt>
    <dgm:pt modelId="{A54D379F-1050-4CDE-AEA4-7A768AE97358}" type="parTrans" cxnId="{606BA88F-609E-4743-8C4A-35E3A0749151}">
      <dgm:prSet/>
      <dgm:spPr/>
      <dgm:t>
        <a:bodyPr/>
        <a:lstStyle/>
        <a:p>
          <a:endParaRPr lang="ru-RU"/>
        </a:p>
      </dgm:t>
    </dgm:pt>
    <dgm:pt modelId="{B03FC4EC-2293-4411-B2C1-C3059F7A525E}" type="sibTrans" cxnId="{606BA88F-609E-4743-8C4A-35E3A0749151}">
      <dgm:prSet/>
      <dgm:spPr/>
      <dgm:t>
        <a:bodyPr/>
        <a:lstStyle/>
        <a:p>
          <a:endParaRPr lang="ru-RU"/>
        </a:p>
      </dgm:t>
    </dgm:pt>
    <dgm:pt modelId="{2A253058-08E9-4CDC-B89A-952CA3F896B7}">
      <dgm:prSet phldrT="[Текст]" phldr="0"/>
      <dgm:spPr>
        <a:solidFill>
          <a:srgbClr val="E41C1C">
            <a:alpha val="90000"/>
          </a:srgbClr>
        </a:solidFill>
      </dgm:spPr>
      <dgm:t>
        <a:bodyPr/>
        <a:lstStyle/>
        <a:p>
          <a:r>
            <a:rPr lang="ru-RU" b="0" i="1" dirty="0">
              <a:latin typeface="Bahnschrift Light SemiCondensed" panose="020B0502040204020203" pitchFamily="34" charset="0"/>
            </a:rPr>
            <a:t>ОС:</a:t>
          </a:r>
          <a:r>
            <a:rPr lang="ru-RU" b="1" dirty="0">
              <a:latin typeface="Bahnschrift Light SemiCondensed" panose="020B0502040204020203" pitchFamily="34" charset="0"/>
            </a:rPr>
            <a:t> </a:t>
          </a:r>
          <a:r>
            <a:rPr lang="en-US" b="0" dirty="0">
              <a:latin typeface="Bahnschrift Light SemiCondensed" panose="020B0502040204020203" pitchFamily="34" charset="0"/>
            </a:rPr>
            <a:t>Android, iOS </a:t>
          </a:r>
          <a:endParaRPr lang="ru-RU" b="1" dirty="0">
            <a:latin typeface="Bahnschrift Light SemiCondensed" panose="020B0502040204020203" pitchFamily="34" charset="0"/>
          </a:endParaRPr>
        </a:p>
      </dgm:t>
    </dgm:pt>
    <dgm:pt modelId="{B476C09E-0297-48D8-BC13-F84A9BC8FC1C}" type="parTrans" cxnId="{90A4B2FD-0369-4B08-AC6F-7AD2FF8E013B}">
      <dgm:prSet/>
      <dgm:spPr/>
      <dgm:t>
        <a:bodyPr/>
        <a:lstStyle/>
        <a:p>
          <a:endParaRPr lang="ru-RU"/>
        </a:p>
      </dgm:t>
    </dgm:pt>
    <dgm:pt modelId="{BB0C4EA4-5CC1-4E85-A5B1-FAEACDA74DCB}" type="sibTrans" cxnId="{90A4B2FD-0369-4B08-AC6F-7AD2FF8E013B}">
      <dgm:prSet/>
      <dgm:spPr/>
      <dgm:t>
        <a:bodyPr/>
        <a:lstStyle/>
        <a:p>
          <a:endParaRPr lang="ru-RU"/>
        </a:p>
      </dgm:t>
    </dgm:pt>
    <dgm:pt modelId="{06E4D16F-01AE-4467-A755-EF996D15A1AD}">
      <dgm:prSet phldrT="[Текст]" phldr="0"/>
      <dgm:spPr>
        <a:solidFill>
          <a:srgbClr val="E41C1C">
            <a:alpha val="90000"/>
          </a:srgbClr>
        </a:solidFill>
      </dgm:spPr>
      <dgm:t>
        <a:bodyPr/>
        <a:lstStyle/>
        <a:p>
          <a:r>
            <a:rPr lang="ru-RU" b="0" i="1" dirty="0">
              <a:latin typeface="Bahnschrift Light SemiCondensed" panose="020B0502040204020203" pitchFamily="34" charset="0"/>
            </a:rPr>
            <a:t>Форматы файлов: </a:t>
          </a:r>
          <a:r>
            <a:rPr lang="en-US" b="0" dirty="0">
              <a:latin typeface="Bahnschrift Light SemiCondensed" panose="020B0502040204020203" pitchFamily="34" charset="0"/>
            </a:rPr>
            <a:t>.gdoc; .</a:t>
          </a:r>
          <a:r>
            <a:rPr lang="en-US" b="0" dirty="0" err="1">
              <a:latin typeface="Bahnschrift Light SemiCondensed" panose="020B0502040204020203" pitchFamily="34" charset="0"/>
            </a:rPr>
            <a:t>gsheet</a:t>
          </a:r>
          <a:r>
            <a:rPr lang="en-US" b="0" dirty="0">
              <a:latin typeface="Bahnschrift Light SemiCondensed" panose="020B0502040204020203" pitchFamily="34" charset="0"/>
            </a:rPr>
            <a:t>; .</a:t>
          </a:r>
          <a:r>
            <a:rPr lang="en-US" b="0" dirty="0" err="1">
              <a:latin typeface="Bahnschrift Light SemiCondensed" panose="020B0502040204020203" pitchFamily="34" charset="0"/>
            </a:rPr>
            <a:t>gslides</a:t>
          </a:r>
          <a:r>
            <a:rPr lang="en-US" b="0" dirty="0">
              <a:latin typeface="Bahnschrift Light SemiCondensed" panose="020B0502040204020203" pitchFamily="34" charset="0"/>
            </a:rPr>
            <a:t>; .docx; .xlsx; .pptx;</a:t>
          </a:r>
          <a:endParaRPr lang="ru-RU" b="1" dirty="0">
            <a:latin typeface="Bahnschrift Light SemiCondensed" panose="020B0502040204020203" pitchFamily="34" charset="0"/>
          </a:endParaRPr>
        </a:p>
      </dgm:t>
    </dgm:pt>
    <dgm:pt modelId="{72E0ACC0-E800-487D-A508-F45BDB685BD8}" type="parTrans" cxnId="{A9F843A5-BF0E-4404-ACC7-5E08D7B2C85F}">
      <dgm:prSet/>
      <dgm:spPr/>
      <dgm:t>
        <a:bodyPr/>
        <a:lstStyle/>
        <a:p>
          <a:endParaRPr lang="ru-RU"/>
        </a:p>
      </dgm:t>
    </dgm:pt>
    <dgm:pt modelId="{AA8A34AD-D738-4B94-81AC-1B879A2222C6}" type="sibTrans" cxnId="{A9F843A5-BF0E-4404-ACC7-5E08D7B2C85F}">
      <dgm:prSet/>
      <dgm:spPr/>
      <dgm:t>
        <a:bodyPr/>
        <a:lstStyle/>
        <a:p>
          <a:endParaRPr lang="ru-RU"/>
        </a:p>
      </dgm:t>
    </dgm:pt>
    <dgm:pt modelId="{5F0FB50D-A21B-4DAA-9C4D-111D869217DF}">
      <dgm:prSet phldrT="[Текст]" phldr="0"/>
      <dgm:spPr>
        <a:solidFill>
          <a:srgbClr val="00DAB8"/>
        </a:solidFill>
      </dgm:spPr>
      <dgm:t>
        <a:bodyPr/>
        <a:lstStyle/>
        <a:p>
          <a:r>
            <a:rPr lang="ru-RU" dirty="0">
              <a:latin typeface="Bahnschrift Light SemiCondensed" panose="020B0502040204020203" pitchFamily="34" charset="0"/>
            </a:rPr>
            <a:t>МойОфис</a:t>
          </a:r>
        </a:p>
      </dgm:t>
    </dgm:pt>
    <dgm:pt modelId="{71E73F6A-445A-403F-BAD7-1D83DEFF9D5E}" type="parTrans" cxnId="{6162598F-FF4B-4019-91FC-E3413DE5D28E}">
      <dgm:prSet/>
      <dgm:spPr/>
      <dgm:t>
        <a:bodyPr/>
        <a:lstStyle/>
        <a:p>
          <a:endParaRPr lang="ru-RU"/>
        </a:p>
      </dgm:t>
    </dgm:pt>
    <dgm:pt modelId="{D8518799-539A-4947-BCCE-4C82D1BE7525}" type="sibTrans" cxnId="{6162598F-FF4B-4019-91FC-E3413DE5D28E}">
      <dgm:prSet/>
      <dgm:spPr/>
      <dgm:t>
        <a:bodyPr/>
        <a:lstStyle/>
        <a:p>
          <a:endParaRPr lang="ru-RU"/>
        </a:p>
      </dgm:t>
    </dgm:pt>
    <dgm:pt modelId="{26E805DC-8548-4072-A799-9B745499CEDB}">
      <dgm:prSet phldrT="[Текст]" phldr="0"/>
      <dgm:spPr/>
      <dgm:t>
        <a:bodyPr/>
        <a:lstStyle/>
        <a:p>
          <a:r>
            <a:rPr lang="ru-RU" dirty="0">
              <a:latin typeface="Bahnschrift Light SemiCondensed" panose="020B0502040204020203" pitchFamily="34" charset="0"/>
            </a:rPr>
            <a:t>Р7-Офис</a:t>
          </a:r>
        </a:p>
      </dgm:t>
    </dgm:pt>
    <dgm:pt modelId="{16A53355-8C8D-4940-AB34-ACDB7CC6945E}" type="parTrans" cxnId="{C12E6A8A-C560-49C3-99BA-A029C207C243}">
      <dgm:prSet/>
      <dgm:spPr/>
      <dgm:t>
        <a:bodyPr/>
        <a:lstStyle/>
        <a:p>
          <a:endParaRPr lang="ru-RU"/>
        </a:p>
      </dgm:t>
    </dgm:pt>
    <dgm:pt modelId="{6AB29825-432E-4F1B-AC10-549383BD2767}" type="sibTrans" cxnId="{C12E6A8A-C560-49C3-99BA-A029C207C243}">
      <dgm:prSet/>
      <dgm:spPr/>
      <dgm:t>
        <a:bodyPr/>
        <a:lstStyle/>
        <a:p>
          <a:endParaRPr lang="ru-RU"/>
        </a:p>
      </dgm:t>
    </dgm:pt>
    <dgm:pt modelId="{8DDE2CCB-8815-4A90-B427-ED9E97A02958}">
      <dgm:prSet phldrT="[Текст]" phldr="0"/>
      <dgm:spPr>
        <a:solidFill>
          <a:srgbClr val="00DAB8"/>
        </a:solidFill>
      </dgm:spPr>
      <dgm:t>
        <a:bodyPr/>
        <a:lstStyle/>
        <a:p>
          <a:r>
            <a:rPr lang="ru-RU" b="0" i="1" dirty="0">
              <a:latin typeface="Bahnschrift Light SemiCondensed" panose="020B0502040204020203" pitchFamily="34" charset="0"/>
            </a:rPr>
            <a:t>ОС: </a:t>
          </a:r>
          <a:r>
            <a:rPr lang="en-US" b="0" dirty="0">
              <a:latin typeface="Bahnschrift Light SemiCondensed" panose="020B0502040204020203" pitchFamily="34" charset="0"/>
            </a:rPr>
            <a:t>Windows, Linux, Android, iOS, macOS</a:t>
          </a:r>
          <a:endParaRPr lang="ru-RU" b="1" dirty="0">
            <a:latin typeface="Bahnschrift Light SemiCondensed" panose="020B0502040204020203" pitchFamily="34" charset="0"/>
          </a:endParaRPr>
        </a:p>
      </dgm:t>
    </dgm:pt>
    <dgm:pt modelId="{8DD04593-3CC8-45EA-9D5A-2DAA471A8A24}" type="parTrans" cxnId="{A4DA052A-812E-4826-AB70-6C7EEE8E5C23}">
      <dgm:prSet/>
      <dgm:spPr/>
      <dgm:t>
        <a:bodyPr/>
        <a:lstStyle/>
        <a:p>
          <a:endParaRPr lang="ru-RU"/>
        </a:p>
      </dgm:t>
    </dgm:pt>
    <dgm:pt modelId="{CDCDA4E5-CE0C-4D5A-8087-EB4BD14F001C}" type="sibTrans" cxnId="{A4DA052A-812E-4826-AB70-6C7EEE8E5C23}">
      <dgm:prSet/>
      <dgm:spPr/>
      <dgm:t>
        <a:bodyPr/>
        <a:lstStyle/>
        <a:p>
          <a:endParaRPr lang="ru-RU"/>
        </a:p>
      </dgm:t>
    </dgm:pt>
    <dgm:pt modelId="{ADE35878-D086-4A4F-968F-00B3F4905E7D}">
      <dgm:prSet phldrT="[Текст]" phldr="0"/>
      <dgm:spPr>
        <a:solidFill>
          <a:srgbClr val="00DAB8"/>
        </a:solidFill>
      </dgm:spPr>
      <dgm:t>
        <a:bodyPr/>
        <a:lstStyle/>
        <a:p>
          <a:r>
            <a:rPr lang="ru-RU" b="0" i="1" dirty="0">
              <a:latin typeface="Bahnschrift Light SemiCondensed" panose="020B0502040204020203" pitchFamily="34" charset="0"/>
            </a:rPr>
            <a:t>Форматы файлов</a:t>
          </a:r>
          <a:r>
            <a:rPr lang="ru-RU" b="1" dirty="0">
              <a:latin typeface="Bahnschrift Light SemiCondensed" panose="020B0502040204020203" pitchFamily="34" charset="0"/>
            </a:rPr>
            <a:t>: </a:t>
          </a:r>
          <a:r>
            <a:rPr lang="en-US" b="0" dirty="0">
              <a:latin typeface="Bahnschrift Light SemiCondensed" panose="020B0502040204020203" pitchFamily="34" charset="0"/>
            </a:rPr>
            <a:t>.docx; .xlsx; .pptx; .</a:t>
          </a:r>
          <a:r>
            <a:rPr lang="en-US" b="0" dirty="0" err="1">
              <a:latin typeface="Bahnschrift Light SemiCondensed" panose="020B0502040204020203" pitchFamily="34" charset="0"/>
            </a:rPr>
            <a:t>odt</a:t>
          </a:r>
          <a:r>
            <a:rPr lang="en-US" b="0" dirty="0">
              <a:latin typeface="Bahnschrift Light SemiCondensed" panose="020B0502040204020203" pitchFamily="34" charset="0"/>
            </a:rPr>
            <a:t>; .pdf;</a:t>
          </a:r>
          <a:endParaRPr lang="ru-RU" b="1" dirty="0">
            <a:latin typeface="Bahnschrift Light SemiCondensed" panose="020B0502040204020203" pitchFamily="34" charset="0"/>
          </a:endParaRPr>
        </a:p>
      </dgm:t>
    </dgm:pt>
    <dgm:pt modelId="{73EC68F9-E590-46A2-A4D1-3423654CCA8B}" type="parTrans" cxnId="{D00F2D8A-A0A1-47EB-BDF3-00E858592715}">
      <dgm:prSet/>
      <dgm:spPr/>
      <dgm:t>
        <a:bodyPr/>
        <a:lstStyle/>
        <a:p>
          <a:endParaRPr lang="ru-RU"/>
        </a:p>
      </dgm:t>
    </dgm:pt>
    <dgm:pt modelId="{9276D433-9043-42D2-B543-64929D175D5D}" type="sibTrans" cxnId="{D00F2D8A-A0A1-47EB-BDF3-00E858592715}">
      <dgm:prSet/>
      <dgm:spPr/>
      <dgm:t>
        <a:bodyPr/>
        <a:lstStyle/>
        <a:p>
          <a:endParaRPr lang="ru-RU"/>
        </a:p>
      </dgm:t>
    </dgm:pt>
    <dgm:pt modelId="{E30E04BB-F33D-4530-AC51-A59F2E0EB532}">
      <dgm:prSet phldrT="[Текст]" phldr="0"/>
      <dgm:spPr/>
      <dgm:t>
        <a:bodyPr/>
        <a:lstStyle/>
        <a:p>
          <a:r>
            <a:rPr lang="ru-RU" b="0" i="1" dirty="0">
              <a:latin typeface="Bahnschrift Light SemiCondensed" panose="020B0502040204020203" pitchFamily="34" charset="0"/>
            </a:rPr>
            <a:t>ОС:</a:t>
          </a:r>
          <a:r>
            <a:rPr lang="ru-RU" b="1" dirty="0">
              <a:latin typeface="Bahnschrift Light SemiCondensed" panose="020B0502040204020203" pitchFamily="34" charset="0"/>
            </a:rPr>
            <a:t> </a:t>
          </a:r>
          <a:r>
            <a:rPr lang="en-US" b="0" dirty="0">
              <a:latin typeface="Bahnschrift Light SemiCondensed" panose="020B0502040204020203" pitchFamily="34" charset="0"/>
            </a:rPr>
            <a:t>Windows, Linux, Android, iOS, macOS</a:t>
          </a:r>
          <a:endParaRPr lang="ru-RU" b="1" dirty="0">
            <a:latin typeface="Bahnschrift Light SemiCondensed" panose="020B0502040204020203" pitchFamily="34" charset="0"/>
          </a:endParaRPr>
        </a:p>
      </dgm:t>
    </dgm:pt>
    <dgm:pt modelId="{554DC478-35AC-43DE-961E-907F86557319}" type="parTrans" cxnId="{4F132E8D-C9A7-46AA-B158-B08AB3795AF0}">
      <dgm:prSet/>
      <dgm:spPr/>
      <dgm:t>
        <a:bodyPr/>
        <a:lstStyle/>
        <a:p>
          <a:endParaRPr lang="ru-RU"/>
        </a:p>
      </dgm:t>
    </dgm:pt>
    <dgm:pt modelId="{96F9851B-4203-439B-AF6F-090CAD9722F1}" type="sibTrans" cxnId="{4F132E8D-C9A7-46AA-B158-B08AB3795AF0}">
      <dgm:prSet/>
      <dgm:spPr/>
      <dgm:t>
        <a:bodyPr/>
        <a:lstStyle/>
        <a:p>
          <a:endParaRPr lang="ru-RU"/>
        </a:p>
      </dgm:t>
    </dgm:pt>
    <dgm:pt modelId="{35A6C254-3095-437B-B394-7B295B959C13}">
      <dgm:prSet phldrT="[Текст]" phldr="0"/>
      <dgm:spPr/>
      <dgm:t>
        <a:bodyPr/>
        <a:lstStyle/>
        <a:p>
          <a:r>
            <a:rPr lang="ru-RU" b="0" i="1" dirty="0">
              <a:latin typeface="Bahnschrift Light SemiCondensed" panose="020B0502040204020203" pitchFamily="34" charset="0"/>
            </a:rPr>
            <a:t>Форматы файлов: </a:t>
          </a:r>
          <a:r>
            <a:rPr lang="en-US" b="0" dirty="0">
              <a:latin typeface="Bahnschrift Light SemiCondensed" panose="020B0502040204020203" pitchFamily="34" charset="0"/>
            </a:rPr>
            <a:t>.docx; .xlsx; .pptx; .</a:t>
          </a:r>
          <a:r>
            <a:rPr lang="en-US" b="0" dirty="0" err="1">
              <a:latin typeface="Bahnschrift Light SemiCondensed" panose="020B0502040204020203" pitchFamily="34" charset="0"/>
            </a:rPr>
            <a:t>odt</a:t>
          </a:r>
          <a:r>
            <a:rPr lang="en-US" b="0" dirty="0">
              <a:latin typeface="Bahnschrift Light SemiCondensed" panose="020B0502040204020203" pitchFamily="34" charset="0"/>
            </a:rPr>
            <a:t>; .pdf;</a:t>
          </a:r>
          <a:endParaRPr lang="ru-RU" b="1" dirty="0">
            <a:latin typeface="Bahnschrift Light SemiCondensed" panose="020B0502040204020203" pitchFamily="34" charset="0"/>
          </a:endParaRPr>
        </a:p>
      </dgm:t>
    </dgm:pt>
    <dgm:pt modelId="{A6732543-5036-48BA-A2FF-C6C492CA828B}" type="parTrans" cxnId="{3B74D2E4-03D0-43F1-8422-C278BCC515EE}">
      <dgm:prSet/>
      <dgm:spPr/>
      <dgm:t>
        <a:bodyPr/>
        <a:lstStyle/>
        <a:p>
          <a:endParaRPr lang="ru-RU"/>
        </a:p>
      </dgm:t>
    </dgm:pt>
    <dgm:pt modelId="{816B2BFE-7F2A-431A-A699-B76415B7F383}" type="sibTrans" cxnId="{3B74D2E4-03D0-43F1-8422-C278BCC515EE}">
      <dgm:prSet/>
      <dgm:spPr/>
      <dgm:t>
        <a:bodyPr/>
        <a:lstStyle/>
        <a:p>
          <a:endParaRPr lang="ru-RU"/>
        </a:p>
      </dgm:t>
    </dgm:pt>
    <dgm:pt modelId="{5EFC9189-249B-403B-96B5-6665B20690B7}" type="pres">
      <dgm:prSet presAssocID="{B1E1FC1B-D51F-41E5-AB80-857B089DEF18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16B3BD6-447D-4E19-A97C-AE8F7CC42C05}" type="pres">
      <dgm:prSet presAssocID="{36F541D0-AE3F-4F82-936D-DB6C7A525304}" presName="comp" presStyleCnt="0"/>
      <dgm:spPr/>
    </dgm:pt>
    <dgm:pt modelId="{552431CF-C15B-4C7C-9823-6D463835BA11}" type="pres">
      <dgm:prSet presAssocID="{36F541D0-AE3F-4F82-936D-DB6C7A525304}" presName="box" presStyleLbl="node1" presStyleIdx="0" presStyleCnt="5" custLinFactNeighborX="40196"/>
      <dgm:spPr/>
      <dgm:t>
        <a:bodyPr/>
        <a:lstStyle/>
        <a:p>
          <a:endParaRPr lang="ru-RU"/>
        </a:p>
      </dgm:t>
    </dgm:pt>
    <dgm:pt modelId="{5F0999A3-963B-4FE2-A9B3-978333257564}" type="pres">
      <dgm:prSet presAssocID="{36F541D0-AE3F-4F82-936D-DB6C7A525304}" presName="img" presStyleLbl="fgImgPlace1" presStyleIdx="0" presStyleCnt="5"/>
      <dgm:spPr>
        <a:blipFill dpi="0" rotWithShape="1">
          <a:blip xmlns:r="http://schemas.openxmlformats.org/officeDocument/2006/relationships" r:embed="rId1"/>
          <a:srcRect/>
          <a:stretch>
            <a:fillRect l="27854" t="5124" r="27854" b="5124"/>
          </a:stretch>
        </a:blipFill>
        <a:ln>
          <a:noFill/>
        </a:ln>
      </dgm:spPr>
    </dgm:pt>
    <dgm:pt modelId="{54A5E80F-4366-499C-B7F8-60A17ABE6A23}" type="pres">
      <dgm:prSet presAssocID="{36F541D0-AE3F-4F82-936D-DB6C7A525304}" presName="text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34E6E9F-819C-4109-B70C-64E466F4BA81}" type="pres">
      <dgm:prSet presAssocID="{9A202213-D50E-404E-B544-D4F1ABBBD1F9}" presName="spacer" presStyleCnt="0"/>
      <dgm:spPr/>
    </dgm:pt>
    <dgm:pt modelId="{1C952A94-E6F3-4BE5-A220-DE544FABB7AB}" type="pres">
      <dgm:prSet presAssocID="{E758DB42-2854-4B46-A51C-9D447A3328AE}" presName="comp" presStyleCnt="0"/>
      <dgm:spPr/>
    </dgm:pt>
    <dgm:pt modelId="{64E18A0B-B6A8-4298-99A5-0E8E0EA2D2DC}" type="pres">
      <dgm:prSet presAssocID="{E758DB42-2854-4B46-A51C-9D447A3328AE}" presName="box" presStyleLbl="node1" presStyleIdx="1" presStyleCnt="5"/>
      <dgm:spPr/>
      <dgm:t>
        <a:bodyPr/>
        <a:lstStyle/>
        <a:p>
          <a:endParaRPr lang="ru-RU"/>
        </a:p>
      </dgm:t>
    </dgm:pt>
    <dgm:pt modelId="{B7BB92F9-568C-46CC-9779-4982BA148617}" type="pres">
      <dgm:prSet presAssocID="{E758DB42-2854-4B46-A51C-9D447A3328AE}" presName="img" presStyleLbl="fgImgPlace1" presStyleIdx="1" presStyleCnt="5"/>
      <dgm:spPr>
        <a:blipFill>
          <a:blip xmlns:r="http://schemas.openxmlformats.org/officeDocument/2006/relationships" r:embed="rId2"/>
          <a:srcRect/>
          <a:stretch>
            <a:fillRect t="-18000" b="-18000"/>
          </a:stretch>
        </a:blipFill>
      </dgm:spPr>
    </dgm:pt>
    <dgm:pt modelId="{79CDF3ED-261C-47AC-BDF4-773AC57D1523}" type="pres">
      <dgm:prSet presAssocID="{E758DB42-2854-4B46-A51C-9D447A3328AE}" presName="text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42961FC-3CAE-4059-869C-2FAE18830788}" type="pres">
      <dgm:prSet presAssocID="{69E9F53D-E0ED-40BC-91F6-9A5CD026B96E}" presName="spacer" presStyleCnt="0"/>
      <dgm:spPr/>
    </dgm:pt>
    <dgm:pt modelId="{74E9711F-948E-490E-BE3E-3A0C9973103A}" type="pres">
      <dgm:prSet presAssocID="{8E81235C-F224-45AF-A479-CAB7E017894F}" presName="comp" presStyleCnt="0"/>
      <dgm:spPr/>
    </dgm:pt>
    <dgm:pt modelId="{4C8005A3-4CD7-44A8-987E-526A212694E5}" type="pres">
      <dgm:prSet presAssocID="{8E81235C-F224-45AF-A479-CAB7E017894F}" presName="box" presStyleLbl="node1" presStyleIdx="2" presStyleCnt="5"/>
      <dgm:spPr/>
      <dgm:t>
        <a:bodyPr/>
        <a:lstStyle/>
        <a:p>
          <a:endParaRPr lang="ru-RU"/>
        </a:p>
      </dgm:t>
    </dgm:pt>
    <dgm:pt modelId="{961BD917-14A6-43BF-B393-EAA25688FE3A}" type="pres">
      <dgm:prSet presAssocID="{8E81235C-F224-45AF-A479-CAB7E017894F}" presName="img" presStyleLbl="fgImgPlace1" presStyleIdx="2" presStyleCnt="5"/>
      <dgm:spPr>
        <a:blipFill dpi="0" rotWithShape="1">
          <a:blip xmlns:r="http://schemas.openxmlformats.org/officeDocument/2006/relationships" r:embed="rId3"/>
          <a:srcRect/>
          <a:stretch>
            <a:fillRect l="20472" t="-9835" r="20472" b="-9835"/>
          </a:stretch>
        </a:blipFill>
        <a:ln>
          <a:noFill/>
        </a:ln>
      </dgm:spPr>
    </dgm:pt>
    <dgm:pt modelId="{43A8C9C0-C096-4DF3-AAF6-B58384A9127B}" type="pres">
      <dgm:prSet presAssocID="{8E81235C-F224-45AF-A479-CAB7E017894F}" presName="text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8C3DDB5-6D28-456A-B80F-1CE80DE6692C}" type="pres">
      <dgm:prSet presAssocID="{B03FC4EC-2293-4411-B2C1-C3059F7A525E}" presName="spacer" presStyleCnt="0"/>
      <dgm:spPr/>
    </dgm:pt>
    <dgm:pt modelId="{390DC2BD-9EFF-41F5-B921-70877230FB48}" type="pres">
      <dgm:prSet presAssocID="{5F0FB50D-A21B-4DAA-9C4D-111D869217DF}" presName="comp" presStyleCnt="0"/>
      <dgm:spPr/>
    </dgm:pt>
    <dgm:pt modelId="{12A5C4A0-6D76-4D26-B599-5301FCA780E7}" type="pres">
      <dgm:prSet presAssocID="{5F0FB50D-A21B-4DAA-9C4D-111D869217DF}" presName="box" presStyleLbl="node1" presStyleIdx="3" presStyleCnt="5"/>
      <dgm:spPr/>
      <dgm:t>
        <a:bodyPr/>
        <a:lstStyle/>
        <a:p>
          <a:endParaRPr lang="ru-RU"/>
        </a:p>
      </dgm:t>
    </dgm:pt>
    <dgm:pt modelId="{CB27F5FB-1B77-4A31-A7F5-75CA6DD4754B}" type="pres">
      <dgm:prSet presAssocID="{5F0FB50D-A21B-4DAA-9C4D-111D869217DF}" presName="img" presStyleLbl="fgImgPlace1" presStyleIdx="3" presStyleCnt="5"/>
      <dgm:spPr>
        <a:blipFill dpi="0" rotWithShape="1">
          <a:blip xmlns:r="http://schemas.openxmlformats.org/officeDocument/2006/relationships" r:embed="rId4"/>
          <a:srcRect/>
          <a:stretch>
            <a:fillRect l="27854" t="5124" r="27854" b="5124"/>
          </a:stretch>
        </a:blipFill>
        <a:ln>
          <a:noFill/>
        </a:ln>
      </dgm:spPr>
    </dgm:pt>
    <dgm:pt modelId="{00B7030D-6560-4C1B-B0B8-86BC3FA0895A}" type="pres">
      <dgm:prSet presAssocID="{5F0FB50D-A21B-4DAA-9C4D-111D869217DF}" presName="text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99F58A7-59FB-4A35-8D25-14FE9C3FF150}" type="pres">
      <dgm:prSet presAssocID="{D8518799-539A-4947-BCCE-4C82D1BE7525}" presName="spacer" presStyleCnt="0"/>
      <dgm:spPr/>
    </dgm:pt>
    <dgm:pt modelId="{D1796C38-9F89-4CA8-99A1-05CCF5886050}" type="pres">
      <dgm:prSet presAssocID="{26E805DC-8548-4072-A799-9B745499CEDB}" presName="comp" presStyleCnt="0"/>
      <dgm:spPr/>
    </dgm:pt>
    <dgm:pt modelId="{B5F4D101-31A9-431F-8B03-C47AB3A6CB5C}" type="pres">
      <dgm:prSet presAssocID="{26E805DC-8548-4072-A799-9B745499CEDB}" presName="box" presStyleLbl="node1" presStyleIdx="4" presStyleCnt="5"/>
      <dgm:spPr/>
      <dgm:t>
        <a:bodyPr/>
        <a:lstStyle/>
        <a:p>
          <a:endParaRPr lang="ru-RU"/>
        </a:p>
      </dgm:t>
    </dgm:pt>
    <dgm:pt modelId="{5B5300CB-1670-4170-AB0A-8087DE30CC21}" type="pres">
      <dgm:prSet presAssocID="{26E805DC-8548-4072-A799-9B745499CEDB}" presName="img" presStyleLbl="fgImgPlace1" presStyleIdx="4" presStyleCnt="5" custScaleX="88583"/>
      <dgm:spPr>
        <a:blipFill dpi="0" rotWithShape="1">
          <a:blip xmlns:r="http://schemas.openxmlformats.org/officeDocument/2006/relationships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/>
          <a:stretch>
            <a:fillRect l="10001" t="2133" r="-43334" b="2133"/>
          </a:stretch>
        </a:blipFill>
        <a:ln>
          <a:noFill/>
        </a:ln>
      </dgm:spPr>
    </dgm:pt>
    <dgm:pt modelId="{DDEAF5A5-6801-4E45-B777-74A747E44B07}" type="pres">
      <dgm:prSet presAssocID="{26E805DC-8548-4072-A799-9B745499CEDB}" presName="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13D2E83-E83B-4D87-9A6C-DBA9FE1F8F18}" srcId="{36F541D0-AE3F-4F82-936D-DB6C7A525304}" destId="{6456111B-C3CC-46FB-B728-E9EF7E1DB608}" srcOrd="1" destOrd="0" parTransId="{E6F446BF-BBFF-498D-8B84-DC7FE4435ABF}" sibTransId="{B3509FB8-E6C8-42F3-BB26-7A8DB86245C6}"/>
    <dgm:cxn modelId="{B3086EFE-3CE3-41AD-B5A0-4C0FB28D0B36}" type="presOf" srcId="{BCF2EEBE-B5F6-4D46-BEC8-FDF2015BE9E0}" destId="{64E18A0B-B6A8-4298-99A5-0E8E0EA2D2DC}" srcOrd="0" destOrd="2" presId="urn:microsoft.com/office/officeart/2005/8/layout/vList4"/>
    <dgm:cxn modelId="{225C2631-0A92-457B-B6C9-976594A5E81C}" type="presOf" srcId="{CF2EE990-99CD-484C-B84A-9620E99BCF3A}" destId="{54A5E80F-4366-499C-B7F8-60A17ABE6A23}" srcOrd="1" destOrd="1" presId="urn:microsoft.com/office/officeart/2005/8/layout/vList4"/>
    <dgm:cxn modelId="{A26632F2-D2A4-4F22-9E05-AC88D435D1AA}" type="presOf" srcId="{CF2EE990-99CD-484C-B84A-9620E99BCF3A}" destId="{552431CF-C15B-4C7C-9823-6D463835BA11}" srcOrd="0" destOrd="1" presId="urn:microsoft.com/office/officeart/2005/8/layout/vList4"/>
    <dgm:cxn modelId="{4F132E8D-C9A7-46AA-B158-B08AB3795AF0}" srcId="{26E805DC-8548-4072-A799-9B745499CEDB}" destId="{E30E04BB-F33D-4530-AC51-A59F2E0EB532}" srcOrd="0" destOrd="0" parTransId="{554DC478-35AC-43DE-961E-907F86557319}" sibTransId="{96F9851B-4203-439B-AF6F-090CAD9722F1}"/>
    <dgm:cxn modelId="{58C90A8B-ABFE-4C46-B229-9A080D014764}" type="presOf" srcId="{ADE35878-D086-4A4F-968F-00B3F4905E7D}" destId="{00B7030D-6560-4C1B-B0B8-86BC3FA0895A}" srcOrd="1" destOrd="2" presId="urn:microsoft.com/office/officeart/2005/8/layout/vList4"/>
    <dgm:cxn modelId="{10955B95-2608-4138-B081-C98D2064EA92}" type="presOf" srcId="{5F0FB50D-A21B-4DAA-9C4D-111D869217DF}" destId="{12A5C4A0-6D76-4D26-B599-5301FCA780E7}" srcOrd="0" destOrd="0" presId="urn:microsoft.com/office/officeart/2005/8/layout/vList4"/>
    <dgm:cxn modelId="{D8A690E0-5B68-40B1-8DE3-A70DF4CE5C42}" type="presOf" srcId="{75BA29E4-D08A-4966-9E38-CF1D38FC736D}" destId="{79CDF3ED-261C-47AC-BDF4-773AC57D1523}" srcOrd="1" destOrd="1" presId="urn:microsoft.com/office/officeart/2005/8/layout/vList4"/>
    <dgm:cxn modelId="{DCE34299-FC6A-4A77-883C-5D18D2683A9D}" type="presOf" srcId="{8DDE2CCB-8815-4A90-B427-ED9E97A02958}" destId="{12A5C4A0-6D76-4D26-B599-5301FCA780E7}" srcOrd="0" destOrd="1" presId="urn:microsoft.com/office/officeart/2005/8/layout/vList4"/>
    <dgm:cxn modelId="{FE260F90-4239-4CBE-9BCF-C857CC1F816F}" type="presOf" srcId="{E30E04BB-F33D-4530-AC51-A59F2E0EB532}" destId="{DDEAF5A5-6801-4E45-B777-74A747E44B07}" srcOrd="1" destOrd="1" presId="urn:microsoft.com/office/officeart/2005/8/layout/vList4"/>
    <dgm:cxn modelId="{90A4B2FD-0369-4B08-AC6F-7AD2FF8E013B}" srcId="{8E81235C-F224-45AF-A479-CAB7E017894F}" destId="{2A253058-08E9-4CDC-B89A-952CA3F896B7}" srcOrd="0" destOrd="0" parTransId="{B476C09E-0297-48D8-BC13-F84A9BC8FC1C}" sibTransId="{BB0C4EA4-5CC1-4E85-A5B1-FAEACDA74DCB}"/>
    <dgm:cxn modelId="{3D5E0CB4-47FF-4D75-B07B-C778BEB7318C}" type="presOf" srcId="{2A253058-08E9-4CDC-B89A-952CA3F896B7}" destId="{43A8C9C0-C096-4DF3-AAF6-B58384A9127B}" srcOrd="1" destOrd="1" presId="urn:microsoft.com/office/officeart/2005/8/layout/vList4"/>
    <dgm:cxn modelId="{05F528FD-4540-42D5-9AFB-BAE1392CFA25}" type="presOf" srcId="{36F541D0-AE3F-4F82-936D-DB6C7A525304}" destId="{54A5E80F-4366-499C-B7F8-60A17ABE6A23}" srcOrd="1" destOrd="0" presId="urn:microsoft.com/office/officeart/2005/8/layout/vList4"/>
    <dgm:cxn modelId="{3B74D2E4-03D0-43F1-8422-C278BCC515EE}" srcId="{26E805DC-8548-4072-A799-9B745499CEDB}" destId="{35A6C254-3095-437B-B394-7B295B959C13}" srcOrd="1" destOrd="0" parTransId="{A6732543-5036-48BA-A2FF-C6C492CA828B}" sibTransId="{816B2BFE-7F2A-431A-A699-B76415B7F383}"/>
    <dgm:cxn modelId="{621B0D4B-B612-4DC0-A3BD-BAD0D5969246}" type="presOf" srcId="{5F0FB50D-A21B-4DAA-9C4D-111D869217DF}" destId="{00B7030D-6560-4C1B-B0B8-86BC3FA0895A}" srcOrd="1" destOrd="0" presId="urn:microsoft.com/office/officeart/2005/8/layout/vList4"/>
    <dgm:cxn modelId="{345D9652-808E-416B-972F-D38CFF0E3324}" type="presOf" srcId="{06E4D16F-01AE-4467-A755-EF996D15A1AD}" destId="{4C8005A3-4CD7-44A8-987E-526A212694E5}" srcOrd="0" destOrd="2" presId="urn:microsoft.com/office/officeart/2005/8/layout/vList4"/>
    <dgm:cxn modelId="{C02A2955-EE97-4938-BF24-3DEAFB9DC573}" type="presOf" srcId="{8E81235C-F224-45AF-A479-CAB7E017894F}" destId="{4C8005A3-4CD7-44A8-987E-526A212694E5}" srcOrd="0" destOrd="0" presId="urn:microsoft.com/office/officeart/2005/8/layout/vList4"/>
    <dgm:cxn modelId="{9686C1B6-AC70-4C86-8E77-78A638777B1C}" srcId="{B1E1FC1B-D51F-41E5-AB80-857B089DEF18}" destId="{E758DB42-2854-4B46-A51C-9D447A3328AE}" srcOrd="1" destOrd="0" parTransId="{4976C7EC-CFC3-46D4-A098-0008AACC6EE8}" sibTransId="{69E9F53D-E0ED-40BC-91F6-9A5CD026B96E}"/>
    <dgm:cxn modelId="{3C953093-D872-4659-B795-643EC443B258}" type="presOf" srcId="{36F541D0-AE3F-4F82-936D-DB6C7A525304}" destId="{552431CF-C15B-4C7C-9823-6D463835BA11}" srcOrd="0" destOrd="0" presId="urn:microsoft.com/office/officeart/2005/8/layout/vList4"/>
    <dgm:cxn modelId="{6923E519-3C1E-42FF-B663-A5078FB46CA1}" type="presOf" srcId="{E30E04BB-F33D-4530-AC51-A59F2E0EB532}" destId="{B5F4D101-31A9-431F-8B03-C47AB3A6CB5C}" srcOrd="0" destOrd="1" presId="urn:microsoft.com/office/officeart/2005/8/layout/vList4"/>
    <dgm:cxn modelId="{B1F463E7-EE56-457E-AABF-9C4782BF13B6}" type="presOf" srcId="{E758DB42-2854-4B46-A51C-9D447A3328AE}" destId="{79CDF3ED-261C-47AC-BDF4-773AC57D1523}" srcOrd="1" destOrd="0" presId="urn:microsoft.com/office/officeart/2005/8/layout/vList4"/>
    <dgm:cxn modelId="{1E3A6C9F-ED92-4BED-8F3F-15CC9F3C9AAD}" type="presOf" srcId="{6456111B-C3CC-46FB-B728-E9EF7E1DB608}" destId="{552431CF-C15B-4C7C-9823-6D463835BA11}" srcOrd="0" destOrd="2" presId="urn:microsoft.com/office/officeart/2005/8/layout/vList4"/>
    <dgm:cxn modelId="{6CE0E873-1A23-48C7-969C-C68643C19BBE}" type="presOf" srcId="{E758DB42-2854-4B46-A51C-9D447A3328AE}" destId="{64E18A0B-B6A8-4298-99A5-0E8E0EA2D2DC}" srcOrd="0" destOrd="0" presId="urn:microsoft.com/office/officeart/2005/8/layout/vList4"/>
    <dgm:cxn modelId="{678B5155-EB4E-4521-B249-0873DD743082}" type="presOf" srcId="{2A253058-08E9-4CDC-B89A-952CA3F896B7}" destId="{4C8005A3-4CD7-44A8-987E-526A212694E5}" srcOrd="0" destOrd="1" presId="urn:microsoft.com/office/officeart/2005/8/layout/vList4"/>
    <dgm:cxn modelId="{F933037D-0F00-401F-A9A1-14DED8655E47}" type="presOf" srcId="{6456111B-C3CC-46FB-B728-E9EF7E1DB608}" destId="{54A5E80F-4366-499C-B7F8-60A17ABE6A23}" srcOrd="1" destOrd="2" presId="urn:microsoft.com/office/officeart/2005/8/layout/vList4"/>
    <dgm:cxn modelId="{5A4F97CA-D756-4572-BEB5-3C05858E7621}" type="presOf" srcId="{8E81235C-F224-45AF-A479-CAB7E017894F}" destId="{43A8C9C0-C096-4DF3-AAF6-B58384A9127B}" srcOrd="1" destOrd="0" presId="urn:microsoft.com/office/officeart/2005/8/layout/vList4"/>
    <dgm:cxn modelId="{F898B8A2-AD21-4168-8FAC-A1C24EA42EC5}" type="presOf" srcId="{26E805DC-8548-4072-A799-9B745499CEDB}" destId="{DDEAF5A5-6801-4E45-B777-74A747E44B07}" srcOrd="1" destOrd="0" presId="urn:microsoft.com/office/officeart/2005/8/layout/vList4"/>
    <dgm:cxn modelId="{542BA602-E5DD-49D6-97D8-BE33EDD54CE4}" type="presOf" srcId="{8DDE2CCB-8815-4A90-B427-ED9E97A02958}" destId="{00B7030D-6560-4C1B-B0B8-86BC3FA0895A}" srcOrd="1" destOrd="1" presId="urn:microsoft.com/office/officeart/2005/8/layout/vList4"/>
    <dgm:cxn modelId="{C12E6A8A-C560-49C3-99BA-A029C207C243}" srcId="{B1E1FC1B-D51F-41E5-AB80-857B089DEF18}" destId="{26E805DC-8548-4072-A799-9B745499CEDB}" srcOrd="4" destOrd="0" parTransId="{16A53355-8C8D-4940-AB34-ACDB7CC6945E}" sibTransId="{6AB29825-432E-4F1B-AC10-549383BD2767}"/>
    <dgm:cxn modelId="{1ED3DE41-3CF4-41F4-AC2E-0E04FDB78241}" srcId="{E758DB42-2854-4B46-A51C-9D447A3328AE}" destId="{75BA29E4-D08A-4966-9E38-CF1D38FC736D}" srcOrd="0" destOrd="0" parTransId="{D16651A1-4A3C-4781-A3D1-1159E961348F}" sibTransId="{F49462D4-72CF-4A04-9EA3-CBA5F4177B53}"/>
    <dgm:cxn modelId="{7977B92E-5DAF-4883-92F2-971CA2B58E11}" srcId="{36F541D0-AE3F-4F82-936D-DB6C7A525304}" destId="{CF2EE990-99CD-484C-B84A-9620E99BCF3A}" srcOrd="0" destOrd="0" parTransId="{55EE3A74-4640-49A7-8E25-8E3101982486}" sibTransId="{FCC051AB-5DFB-4DA5-8DAE-10788B2C511D}"/>
    <dgm:cxn modelId="{DCA1357A-DB8D-4603-B1A7-F7E0E173BBF3}" type="presOf" srcId="{BCF2EEBE-B5F6-4D46-BEC8-FDF2015BE9E0}" destId="{79CDF3ED-261C-47AC-BDF4-773AC57D1523}" srcOrd="1" destOrd="2" presId="urn:microsoft.com/office/officeart/2005/8/layout/vList4"/>
    <dgm:cxn modelId="{CBBFB9BD-B2D3-4FFC-BC6C-3304B0BC73EF}" type="presOf" srcId="{35A6C254-3095-437B-B394-7B295B959C13}" destId="{B5F4D101-31A9-431F-8B03-C47AB3A6CB5C}" srcOrd="0" destOrd="2" presId="urn:microsoft.com/office/officeart/2005/8/layout/vList4"/>
    <dgm:cxn modelId="{4C366325-AA1F-43C5-80F3-A4981A70F0E1}" type="presOf" srcId="{06E4D16F-01AE-4467-A755-EF996D15A1AD}" destId="{43A8C9C0-C096-4DF3-AAF6-B58384A9127B}" srcOrd="1" destOrd="2" presId="urn:microsoft.com/office/officeart/2005/8/layout/vList4"/>
    <dgm:cxn modelId="{A4DA052A-812E-4826-AB70-6C7EEE8E5C23}" srcId="{5F0FB50D-A21B-4DAA-9C4D-111D869217DF}" destId="{8DDE2CCB-8815-4A90-B427-ED9E97A02958}" srcOrd="0" destOrd="0" parTransId="{8DD04593-3CC8-45EA-9D5A-2DAA471A8A24}" sibTransId="{CDCDA4E5-CE0C-4D5A-8087-EB4BD14F001C}"/>
    <dgm:cxn modelId="{606BA88F-609E-4743-8C4A-35E3A0749151}" srcId="{B1E1FC1B-D51F-41E5-AB80-857B089DEF18}" destId="{8E81235C-F224-45AF-A479-CAB7E017894F}" srcOrd="2" destOrd="0" parTransId="{A54D379F-1050-4CDE-AEA4-7A768AE97358}" sibTransId="{B03FC4EC-2293-4411-B2C1-C3059F7A525E}"/>
    <dgm:cxn modelId="{81D54866-9DC9-45FE-936A-B91725B7755B}" type="presOf" srcId="{35A6C254-3095-437B-B394-7B295B959C13}" destId="{DDEAF5A5-6801-4E45-B777-74A747E44B07}" srcOrd="1" destOrd="2" presId="urn:microsoft.com/office/officeart/2005/8/layout/vList4"/>
    <dgm:cxn modelId="{D00F2D8A-A0A1-47EB-BDF3-00E858592715}" srcId="{5F0FB50D-A21B-4DAA-9C4D-111D869217DF}" destId="{ADE35878-D086-4A4F-968F-00B3F4905E7D}" srcOrd="1" destOrd="0" parTransId="{73EC68F9-E590-46A2-A4D1-3423654CCA8B}" sibTransId="{9276D433-9043-42D2-B543-64929D175D5D}"/>
    <dgm:cxn modelId="{6162598F-FF4B-4019-91FC-E3413DE5D28E}" srcId="{B1E1FC1B-D51F-41E5-AB80-857B089DEF18}" destId="{5F0FB50D-A21B-4DAA-9C4D-111D869217DF}" srcOrd="3" destOrd="0" parTransId="{71E73F6A-445A-403F-BAD7-1D83DEFF9D5E}" sibTransId="{D8518799-539A-4947-BCCE-4C82D1BE7525}"/>
    <dgm:cxn modelId="{5D72450A-7B41-4920-A95E-E8FB3B75BB25}" type="presOf" srcId="{75BA29E4-D08A-4966-9E38-CF1D38FC736D}" destId="{64E18A0B-B6A8-4298-99A5-0E8E0EA2D2DC}" srcOrd="0" destOrd="1" presId="urn:microsoft.com/office/officeart/2005/8/layout/vList4"/>
    <dgm:cxn modelId="{A9F843A5-BF0E-4404-ACC7-5E08D7B2C85F}" srcId="{8E81235C-F224-45AF-A479-CAB7E017894F}" destId="{06E4D16F-01AE-4467-A755-EF996D15A1AD}" srcOrd="1" destOrd="0" parTransId="{72E0ACC0-E800-487D-A508-F45BDB685BD8}" sibTransId="{AA8A34AD-D738-4B94-81AC-1B879A2222C6}"/>
    <dgm:cxn modelId="{BDCCF709-D3F8-4949-A40C-F2F5A897FAF4}" type="presOf" srcId="{B1E1FC1B-D51F-41E5-AB80-857B089DEF18}" destId="{5EFC9189-249B-403B-96B5-6665B20690B7}" srcOrd="0" destOrd="0" presId="urn:microsoft.com/office/officeart/2005/8/layout/vList4"/>
    <dgm:cxn modelId="{A7A85B62-FCA5-44C9-A697-DB2716CBEC1F}" srcId="{B1E1FC1B-D51F-41E5-AB80-857B089DEF18}" destId="{36F541D0-AE3F-4F82-936D-DB6C7A525304}" srcOrd="0" destOrd="0" parTransId="{098DBD3E-412F-4405-9837-BD1DDC18C51B}" sibTransId="{9A202213-D50E-404E-B544-D4F1ABBBD1F9}"/>
    <dgm:cxn modelId="{D399DF20-D6A9-4E22-86F7-D4EBDA1953A1}" srcId="{E758DB42-2854-4B46-A51C-9D447A3328AE}" destId="{BCF2EEBE-B5F6-4D46-BEC8-FDF2015BE9E0}" srcOrd="1" destOrd="0" parTransId="{6A119097-E8DF-424C-99BB-2204683DB7C4}" sibTransId="{C566F1ED-FC2E-49EC-8FDC-7B178CD7B36A}"/>
    <dgm:cxn modelId="{0DECBACC-064C-47BD-955C-1BD18969D796}" type="presOf" srcId="{ADE35878-D086-4A4F-968F-00B3F4905E7D}" destId="{12A5C4A0-6D76-4D26-B599-5301FCA780E7}" srcOrd="0" destOrd="2" presId="urn:microsoft.com/office/officeart/2005/8/layout/vList4"/>
    <dgm:cxn modelId="{C45898D1-6E19-4F07-9FF6-089E6398858E}" type="presOf" srcId="{26E805DC-8548-4072-A799-9B745499CEDB}" destId="{B5F4D101-31A9-431F-8B03-C47AB3A6CB5C}" srcOrd="0" destOrd="0" presId="urn:microsoft.com/office/officeart/2005/8/layout/vList4"/>
    <dgm:cxn modelId="{3FBCFFF3-BE6B-4CC4-B80E-DC5AAFF99A70}" type="presParOf" srcId="{5EFC9189-249B-403B-96B5-6665B20690B7}" destId="{E16B3BD6-447D-4E19-A97C-AE8F7CC42C05}" srcOrd="0" destOrd="0" presId="urn:microsoft.com/office/officeart/2005/8/layout/vList4"/>
    <dgm:cxn modelId="{15C6D293-934F-416E-914C-A2B0E9F98E5B}" type="presParOf" srcId="{E16B3BD6-447D-4E19-A97C-AE8F7CC42C05}" destId="{552431CF-C15B-4C7C-9823-6D463835BA11}" srcOrd="0" destOrd="0" presId="urn:microsoft.com/office/officeart/2005/8/layout/vList4"/>
    <dgm:cxn modelId="{568AF275-B0AF-428E-B031-AE4684BE51BA}" type="presParOf" srcId="{E16B3BD6-447D-4E19-A97C-AE8F7CC42C05}" destId="{5F0999A3-963B-4FE2-A9B3-978333257564}" srcOrd="1" destOrd="0" presId="urn:microsoft.com/office/officeart/2005/8/layout/vList4"/>
    <dgm:cxn modelId="{C396502B-0BFC-4C5C-8766-7762BE3E08B2}" type="presParOf" srcId="{E16B3BD6-447D-4E19-A97C-AE8F7CC42C05}" destId="{54A5E80F-4366-499C-B7F8-60A17ABE6A23}" srcOrd="2" destOrd="0" presId="urn:microsoft.com/office/officeart/2005/8/layout/vList4"/>
    <dgm:cxn modelId="{A07C2D3A-54EA-41E8-A9EA-6367530B1979}" type="presParOf" srcId="{5EFC9189-249B-403B-96B5-6665B20690B7}" destId="{B34E6E9F-819C-4109-B70C-64E466F4BA81}" srcOrd="1" destOrd="0" presId="urn:microsoft.com/office/officeart/2005/8/layout/vList4"/>
    <dgm:cxn modelId="{E0A0ECF4-7298-471C-B4AF-1CBCB434E629}" type="presParOf" srcId="{5EFC9189-249B-403B-96B5-6665B20690B7}" destId="{1C952A94-E6F3-4BE5-A220-DE544FABB7AB}" srcOrd="2" destOrd="0" presId="urn:microsoft.com/office/officeart/2005/8/layout/vList4"/>
    <dgm:cxn modelId="{801B1DBC-C47A-4806-9BA7-0B4D721772E2}" type="presParOf" srcId="{1C952A94-E6F3-4BE5-A220-DE544FABB7AB}" destId="{64E18A0B-B6A8-4298-99A5-0E8E0EA2D2DC}" srcOrd="0" destOrd="0" presId="urn:microsoft.com/office/officeart/2005/8/layout/vList4"/>
    <dgm:cxn modelId="{2C3AC8B9-9FB7-4401-B5E1-45A808115199}" type="presParOf" srcId="{1C952A94-E6F3-4BE5-A220-DE544FABB7AB}" destId="{B7BB92F9-568C-46CC-9779-4982BA148617}" srcOrd="1" destOrd="0" presId="urn:microsoft.com/office/officeart/2005/8/layout/vList4"/>
    <dgm:cxn modelId="{D0FB8E4A-7E86-46E2-8F51-08E904120224}" type="presParOf" srcId="{1C952A94-E6F3-4BE5-A220-DE544FABB7AB}" destId="{79CDF3ED-261C-47AC-BDF4-773AC57D1523}" srcOrd="2" destOrd="0" presId="urn:microsoft.com/office/officeart/2005/8/layout/vList4"/>
    <dgm:cxn modelId="{CDE0C3CD-7980-43F8-9E0D-AE76CDFCD061}" type="presParOf" srcId="{5EFC9189-249B-403B-96B5-6665B20690B7}" destId="{942961FC-3CAE-4059-869C-2FAE18830788}" srcOrd="3" destOrd="0" presId="urn:microsoft.com/office/officeart/2005/8/layout/vList4"/>
    <dgm:cxn modelId="{AAB86422-A3CB-4E08-9389-F363A2A75E11}" type="presParOf" srcId="{5EFC9189-249B-403B-96B5-6665B20690B7}" destId="{74E9711F-948E-490E-BE3E-3A0C9973103A}" srcOrd="4" destOrd="0" presId="urn:microsoft.com/office/officeart/2005/8/layout/vList4"/>
    <dgm:cxn modelId="{88D52560-009D-4F1A-995B-EF9A3D341C6F}" type="presParOf" srcId="{74E9711F-948E-490E-BE3E-3A0C9973103A}" destId="{4C8005A3-4CD7-44A8-987E-526A212694E5}" srcOrd="0" destOrd="0" presId="urn:microsoft.com/office/officeart/2005/8/layout/vList4"/>
    <dgm:cxn modelId="{66FD7B6C-82E0-4C5C-BC30-FBE225939254}" type="presParOf" srcId="{74E9711F-948E-490E-BE3E-3A0C9973103A}" destId="{961BD917-14A6-43BF-B393-EAA25688FE3A}" srcOrd="1" destOrd="0" presId="urn:microsoft.com/office/officeart/2005/8/layout/vList4"/>
    <dgm:cxn modelId="{86F22552-04CB-472A-9993-F1C43503F650}" type="presParOf" srcId="{74E9711F-948E-490E-BE3E-3A0C9973103A}" destId="{43A8C9C0-C096-4DF3-AAF6-B58384A9127B}" srcOrd="2" destOrd="0" presId="urn:microsoft.com/office/officeart/2005/8/layout/vList4"/>
    <dgm:cxn modelId="{D9101845-B747-4940-A9A0-E2A118933BFD}" type="presParOf" srcId="{5EFC9189-249B-403B-96B5-6665B20690B7}" destId="{88C3DDB5-6D28-456A-B80F-1CE80DE6692C}" srcOrd="5" destOrd="0" presId="urn:microsoft.com/office/officeart/2005/8/layout/vList4"/>
    <dgm:cxn modelId="{FBFD4BED-C9FA-4961-8D10-1E8CA4E338EC}" type="presParOf" srcId="{5EFC9189-249B-403B-96B5-6665B20690B7}" destId="{390DC2BD-9EFF-41F5-B921-70877230FB48}" srcOrd="6" destOrd="0" presId="urn:microsoft.com/office/officeart/2005/8/layout/vList4"/>
    <dgm:cxn modelId="{389FDDF1-D30B-4330-B9A2-7816125D1A07}" type="presParOf" srcId="{390DC2BD-9EFF-41F5-B921-70877230FB48}" destId="{12A5C4A0-6D76-4D26-B599-5301FCA780E7}" srcOrd="0" destOrd="0" presId="urn:microsoft.com/office/officeart/2005/8/layout/vList4"/>
    <dgm:cxn modelId="{A5A3D72C-BDB3-40CA-9E92-20EBC7977A3E}" type="presParOf" srcId="{390DC2BD-9EFF-41F5-B921-70877230FB48}" destId="{CB27F5FB-1B77-4A31-A7F5-75CA6DD4754B}" srcOrd="1" destOrd="0" presId="urn:microsoft.com/office/officeart/2005/8/layout/vList4"/>
    <dgm:cxn modelId="{C9331DDB-B305-43D3-B38F-74D35A6FC1C1}" type="presParOf" srcId="{390DC2BD-9EFF-41F5-B921-70877230FB48}" destId="{00B7030D-6560-4C1B-B0B8-86BC3FA0895A}" srcOrd="2" destOrd="0" presId="urn:microsoft.com/office/officeart/2005/8/layout/vList4"/>
    <dgm:cxn modelId="{6CEC8B37-F5B4-4B10-A8AA-5D3EFFE4E9B5}" type="presParOf" srcId="{5EFC9189-249B-403B-96B5-6665B20690B7}" destId="{E99F58A7-59FB-4A35-8D25-14FE9C3FF150}" srcOrd="7" destOrd="0" presId="urn:microsoft.com/office/officeart/2005/8/layout/vList4"/>
    <dgm:cxn modelId="{DBDC963A-8E45-40ED-878C-512EDF78D63F}" type="presParOf" srcId="{5EFC9189-249B-403B-96B5-6665B20690B7}" destId="{D1796C38-9F89-4CA8-99A1-05CCF5886050}" srcOrd="8" destOrd="0" presId="urn:microsoft.com/office/officeart/2005/8/layout/vList4"/>
    <dgm:cxn modelId="{2310207E-112E-409E-BFEA-35BF3E115892}" type="presParOf" srcId="{D1796C38-9F89-4CA8-99A1-05CCF5886050}" destId="{B5F4D101-31A9-431F-8B03-C47AB3A6CB5C}" srcOrd="0" destOrd="0" presId="urn:microsoft.com/office/officeart/2005/8/layout/vList4"/>
    <dgm:cxn modelId="{9C549A3E-CEB6-4404-AD25-2AA4299746E6}" type="presParOf" srcId="{D1796C38-9F89-4CA8-99A1-05CCF5886050}" destId="{5B5300CB-1670-4170-AB0A-8087DE30CC21}" srcOrd="1" destOrd="0" presId="urn:microsoft.com/office/officeart/2005/8/layout/vList4"/>
    <dgm:cxn modelId="{D3E733D6-F2FC-42F6-8110-4B7756B14A5A}" type="presParOf" srcId="{D1796C38-9F89-4CA8-99A1-05CCF5886050}" destId="{DDEAF5A5-6801-4E45-B777-74A747E44B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5513B3-38F9-4C85-B4ED-03D011290F34}" type="doc">
      <dgm:prSet loTypeId="urn:microsoft.com/office/officeart/2026/layout/TextCardShortLine" loCatId="textcard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ru-RU"/>
        </a:p>
      </dgm:t>
    </dgm:pt>
    <dgm:pt modelId="{591AD1B2-AF87-4D67-9E0F-88082FD86160}">
      <dgm:prSet phldrT="[Текст]" phldr="0" custT="1"/>
      <dgm:spPr/>
      <dgm:t>
        <a:bodyPr/>
        <a:lstStyle/>
        <a:p>
          <a:pPr>
            <a:defRPr b="1"/>
          </a:pPr>
          <a:r>
            <a:rPr lang="en-US" sz="1800" b="1" baseline="0" dirty="0">
              <a:latin typeface="Bahnschrift Light SemiCondensed" panose="020B0502040204020203" pitchFamily="34" charset="0"/>
            </a:rPr>
            <a:t>Microsoft 365</a:t>
          </a:r>
          <a:endParaRPr lang="ru-RU" sz="1400" b="1" baseline="0" dirty="0">
            <a:latin typeface="Bahnschrift Light SemiCondensed" panose="020B0502040204020203" pitchFamily="34" charset="0"/>
          </a:endParaRPr>
        </a:p>
      </dgm:t>
    </dgm:pt>
    <dgm:pt modelId="{E2CD8FF9-8A86-4C4D-9DFB-BD2931B80909}" type="parTrans" cxnId="{8A5B7890-D374-4C16-87E0-3C1C23BBF1D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3D8200C3-C281-4D16-B902-5389E6C0A2E9}" type="sibTrans" cxnId="{8A5B7890-D374-4C16-87E0-3C1C23BBF1D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79554F42-87BF-49E0-AAC6-260BFFF07429}">
      <dgm:prSet phldrT="[Текст]" phldr="0" custT="1"/>
      <dgm:spPr/>
      <dgm:t>
        <a:bodyPr/>
        <a:lstStyle/>
        <a:p>
          <a:r>
            <a:rPr lang="ru-RU" sz="1400" baseline="0" dirty="0">
              <a:latin typeface="Bahnschrift Light SemiCondensed" panose="020B0502040204020203" pitchFamily="34" charset="0"/>
            </a:rPr>
            <a:t>Доступность</a:t>
          </a:r>
        </a:p>
      </dgm:t>
    </dgm:pt>
    <dgm:pt modelId="{C433D1ED-A06E-4EB9-AAC6-094CAF0B7D80}" type="parTrans" cxnId="{54F14572-4147-4E80-AA90-8AE81A9C1E03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1C24622D-939C-4564-8A09-580FAA7749B4}" type="sibTrans" cxnId="{54F14572-4147-4E80-AA90-8AE81A9C1E03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E57D64AC-9EAE-4DE0-94E2-68F77BE18803}">
      <dgm:prSet phldrT="[Текст]" phldr="0"/>
      <dgm:spPr/>
      <dgm:t>
        <a:bodyPr/>
        <a:lstStyle/>
        <a:p>
          <a:pPr>
            <a:defRPr b="1"/>
          </a:pPr>
          <a:r>
            <a:rPr lang="ru-RU" baseline="0" dirty="0">
              <a:latin typeface="Bahnschrift Light SemiCondensed" panose="020B0502040204020203" pitchFamily="34" charset="0"/>
            </a:rPr>
            <a:t>МойОфис</a:t>
          </a:r>
        </a:p>
      </dgm:t>
    </dgm:pt>
    <dgm:pt modelId="{A7CC3754-92A5-4F47-B0DD-2CD79200572E}" type="parTrans" cxnId="{7829F84A-26B3-4FD2-BAF7-C7EB76CB2B3D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7B9CF4E9-C2CA-41EF-9987-F274E98FFE0B}" type="sibTrans" cxnId="{7829F84A-26B3-4FD2-BAF7-C7EB76CB2B3D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4C3F9821-4A2C-4434-94A9-1C63035B7B80}">
      <dgm:prSet phldrT="[Текст]" phldr="0"/>
      <dgm:spPr/>
      <dgm:t>
        <a:bodyPr/>
        <a:lstStyle/>
        <a:p>
          <a:pPr>
            <a:defRPr b="1"/>
          </a:pPr>
          <a:r>
            <a:rPr lang="ru-RU" baseline="0" dirty="0">
              <a:latin typeface="Bahnschrift Light SemiCondensed" panose="020B0502040204020203" pitchFamily="34" charset="0"/>
            </a:rPr>
            <a:t>Р7-Офис</a:t>
          </a:r>
        </a:p>
      </dgm:t>
    </dgm:pt>
    <dgm:pt modelId="{6971B2CA-1366-4C46-8E91-2DE15620F592}" type="parTrans" cxnId="{F97936C5-415C-43F3-814F-C754B2BD7601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2A8A825-E66C-4D5A-8227-8645AC3E8699}" type="sibTrans" cxnId="{F97936C5-415C-43F3-814F-C754B2BD7601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5993E0FC-038B-463E-8F97-3D43672D2600}">
      <dgm:prSet phldrT="[Текст]" phldr="0"/>
      <dgm:spPr/>
      <dgm:t>
        <a:bodyPr/>
        <a:lstStyle/>
        <a:p>
          <a:r>
            <a:rPr lang="ru-RU" baseline="0" dirty="0">
              <a:latin typeface="Bahnschrift Light SemiCondensed" panose="020B0502040204020203" pitchFamily="34" charset="0"/>
            </a:rPr>
            <a:t>Российское ПО</a:t>
          </a:r>
        </a:p>
      </dgm:t>
    </dgm:pt>
    <dgm:pt modelId="{72C2716F-8E59-4AD9-854D-DF67BD4E930B}" type="parTrans" cxnId="{3FCCA605-6BB6-42AA-972F-58C12179CDA8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26FB124A-4D39-4C49-81AF-B4273BDC1D06}" type="sibTrans" cxnId="{3FCCA605-6BB6-42AA-972F-58C12179CDA8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B7BC782B-F4F3-4682-8F94-738A58DBC117}">
      <dgm:prSet phldrT="[Текст]" phldr="0"/>
      <dgm:spPr/>
      <dgm:t>
        <a:bodyPr/>
        <a:lstStyle/>
        <a:p>
          <a:pPr>
            <a:defRPr b="1"/>
          </a:pPr>
          <a:r>
            <a:rPr lang="en-US" baseline="0" dirty="0">
              <a:latin typeface="Bahnschrift Light SemiCondensed" panose="020B0502040204020203" pitchFamily="34" charset="0"/>
            </a:rPr>
            <a:t>LibreOffice</a:t>
          </a:r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FAD1F5EF-BFBC-4577-94BA-E0D9CB2D907B}" type="parTrans" cxnId="{09FF8772-DED5-4B94-BD0C-31FC6CB73B68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B83FB7BD-57E2-4CA6-92BA-39298A5049F8}" type="sibTrans" cxnId="{09FF8772-DED5-4B94-BD0C-31FC6CB73B68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23EE660E-87C5-446C-BE79-76C5AAF0B92D}">
      <dgm:prSet phldrT="[Текст]" phldr="0"/>
      <dgm:spPr/>
      <dgm:t>
        <a:bodyPr/>
        <a:lstStyle/>
        <a:p>
          <a:pPr>
            <a:defRPr b="1"/>
          </a:pPr>
          <a:r>
            <a:rPr lang="en-US" baseline="0" dirty="0">
              <a:latin typeface="Bahnschrift Light SemiCondensed" panose="020B0502040204020203" pitchFamily="34" charset="0"/>
            </a:rPr>
            <a:t>Google Workspace</a:t>
          </a:r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0B8FF80B-350E-4BAB-8D97-A940635DF81F}" type="parTrans" cxnId="{BBA21100-D909-4130-B958-C7B89F48AB8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58CBD758-20E1-4018-A623-8F0AED654865}" type="sibTrans" cxnId="{BBA21100-D909-4130-B958-C7B89F48AB8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426D4F46-6F0C-45C1-86D3-8EAC0FE5DA6B}">
      <dgm:prSet phldrT="[Текст]" phldr="0" custT="1"/>
      <dgm:spPr/>
      <dgm:t>
        <a:bodyPr/>
        <a:lstStyle/>
        <a:p>
          <a:r>
            <a:rPr lang="ru-RU" sz="1400" baseline="0" dirty="0">
              <a:latin typeface="Bahnschrift Light SemiCondensed" panose="020B0502040204020203" pitchFamily="34" charset="0"/>
            </a:rPr>
            <a:t>Функционал</a:t>
          </a:r>
        </a:p>
      </dgm:t>
    </dgm:pt>
    <dgm:pt modelId="{2B7947C4-E98D-4588-8D49-07C0FFF837CD}" type="parTrans" cxnId="{E991D4ED-ECE8-4A17-B6FB-58B48790693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2FE9BF9C-E5B0-4B78-A52C-E816D4CA6C7E}" type="sibTrans" cxnId="{E991D4ED-ECE8-4A17-B6FB-58B48790693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A215DF3D-4C6B-4E8C-B09A-FB0F378F5930}">
      <dgm:prSet phldrT="[Текст]" phldr="0" custT="1"/>
      <dgm:spPr/>
      <dgm:t>
        <a:bodyPr/>
        <a:lstStyle/>
        <a:p>
          <a:r>
            <a:rPr lang="ru-RU" sz="1400" baseline="0" dirty="0">
              <a:latin typeface="Bahnschrift Light SemiCondensed" panose="020B0502040204020203" pitchFamily="34" charset="0"/>
            </a:rPr>
            <a:t>Надежность</a:t>
          </a:r>
        </a:p>
      </dgm:t>
    </dgm:pt>
    <dgm:pt modelId="{832CCEA9-52FE-43D6-A4F0-D7CC50AD48D5}" type="parTrans" cxnId="{8FE2BAB5-7FDF-45EE-BFF6-8DABE6C1CDF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0472B757-FC13-4CC3-9390-4747467B8580}" type="sibTrans" cxnId="{8FE2BAB5-7FDF-45EE-BFF6-8DABE6C1CDF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EE619043-C5D2-4CAA-8E02-CD824054B05C}">
      <dgm:prSet phldrT="[Текст]" phldr="0" custT="1"/>
      <dgm:spPr/>
      <dgm:t>
        <a:bodyPr/>
        <a:lstStyle/>
        <a:p>
          <a:r>
            <a:rPr lang="ru-RU" sz="1400" baseline="0" dirty="0">
              <a:latin typeface="Bahnschrift Light SemiCondensed" panose="020B0502040204020203" pitchFamily="34" charset="0"/>
            </a:rPr>
            <a:t>Экосистема</a:t>
          </a:r>
        </a:p>
      </dgm:t>
    </dgm:pt>
    <dgm:pt modelId="{D0EE5C34-DB60-4B20-9590-710C2C328043}" type="parTrans" cxnId="{8418B0AA-1BA9-4FC3-87F6-13929F216DA9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E9F32EA5-9D66-488A-92D0-E329CCA23104}" type="sibTrans" cxnId="{8418B0AA-1BA9-4FC3-87F6-13929F216DA9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2DC262CC-44A1-4FE8-BFE8-8068DFA7E41E}">
      <dgm:prSet phldrT="[Текст]" phldr="0"/>
      <dgm:spPr/>
      <dgm:t>
        <a:bodyPr/>
        <a:lstStyle/>
        <a:p>
          <a:r>
            <a:rPr lang="ru-RU" baseline="0" dirty="0">
              <a:latin typeface="Bahnschrift Light SemiCondensed" panose="020B0502040204020203" pitchFamily="34" charset="0"/>
            </a:rPr>
            <a:t>Бесплатный</a:t>
          </a:r>
        </a:p>
      </dgm:t>
    </dgm:pt>
    <dgm:pt modelId="{D618805C-E75A-4CBD-AEE9-5C452E5F610B}" type="parTrans" cxnId="{29D4D42B-90CF-47DF-ABB4-415B47609E9E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F129146-9E7C-429E-9398-0D716E8C43D6}" type="sibTrans" cxnId="{29D4D42B-90CF-47DF-ABB4-415B47609E9E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339A0F5F-CE8B-419F-8182-ABE63385C393}">
      <dgm:prSet phldrT="[Текст]" phldr="0"/>
      <dgm:spPr/>
      <dgm:t>
        <a:bodyPr/>
        <a:lstStyle/>
        <a:p>
          <a:r>
            <a:rPr lang="ru-RU" baseline="0" dirty="0">
              <a:latin typeface="Bahnschrift Light SemiCondensed" panose="020B0502040204020203" pitchFamily="34" charset="0"/>
            </a:rPr>
            <a:t>Кроссплатформенность</a:t>
          </a:r>
        </a:p>
      </dgm:t>
    </dgm:pt>
    <dgm:pt modelId="{7792CB61-8E73-41D2-A5E8-4DA1016AA830}" type="parTrans" cxnId="{ACC6C81F-8F8F-43E5-BAE4-3528926A4C2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96D6561-1BC1-467E-8AB2-87E0F25C93BC}" type="sibTrans" cxnId="{ACC6C81F-8F8F-43E5-BAE4-3528926A4C2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D736661B-B735-4BE6-99D8-24CE9611490A}">
      <dgm:prSet phldrT="[Текст]" phldr="0"/>
      <dgm:spPr/>
      <dgm:t>
        <a:bodyPr/>
        <a:lstStyle/>
        <a:p>
          <a:r>
            <a:rPr lang="ru-RU" baseline="0">
              <a:latin typeface="Bahnschrift Light SemiCondensed" panose="020B0502040204020203" pitchFamily="34" charset="0"/>
            </a:rPr>
            <a:t>Открытый код</a:t>
          </a:r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5BA3226F-43F1-473F-BEA1-3B977E469821}" type="parTrans" cxnId="{69ED8CF5-FAAE-4288-B0BA-E2085F762F7A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F218EE5C-5504-47EC-90C8-EDD573355FFF}" type="sibTrans" cxnId="{69ED8CF5-FAAE-4288-B0BA-E2085F762F7A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D3F91AE3-BB98-4BA6-BC29-3E54D305D2B7}">
      <dgm:prSet phldrT="[Текст]" phldr="0"/>
      <dgm:spPr/>
      <dgm:t>
        <a:bodyPr/>
        <a:lstStyle/>
        <a:p>
          <a:r>
            <a:rPr lang="ru-RU" baseline="0" dirty="0">
              <a:latin typeface="Bahnschrift Light SemiCondensed" panose="020B0502040204020203" pitchFamily="34" charset="0"/>
            </a:rPr>
            <a:t>Удобство совместной работы</a:t>
          </a:r>
        </a:p>
      </dgm:t>
    </dgm:pt>
    <dgm:pt modelId="{98789F66-248F-412B-B81E-E333414A19C8}" type="parTrans" cxnId="{38E8CC0C-E48B-482A-A221-FCBDE194319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E4A42EB8-B335-4874-AC89-2DC261C30C03}" type="sibTrans" cxnId="{38E8CC0C-E48B-482A-A221-FCBDE194319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011657D2-E19B-46F3-B455-4A03872B82DA}">
      <dgm:prSet phldrT="[Текст]" phldr="0"/>
      <dgm:spPr/>
      <dgm:t>
        <a:bodyPr/>
        <a:lstStyle/>
        <a:p>
          <a:r>
            <a:rPr lang="ru-RU" baseline="0" dirty="0">
              <a:latin typeface="Bahnschrift Light SemiCondensed" panose="020B0502040204020203" pitchFamily="34" charset="0"/>
            </a:rPr>
            <a:t>Облачность</a:t>
          </a:r>
        </a:p>
      </dgm:t>
    </dgm:pt>
    <dgm:pt modelId="{A860375B-C749-43F1-8123-44D7126B890C}" type="parTrans" cxnId="{EC2030EF-3FD7-43FC-B208-C87BAA18D6E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B35AA7C2-E09D-4A79-ABC8-2F6637BD94F3}" type="sibTrans" cxnId="{EC2030EF-3FD7-43FC-B208-C87BAA18D6E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B3F9911E-D0F7-459B-B1F1-3442A433414B}">
      <dgm:prSet phldrT="[Текст]" phldr="0"/>
      <dgm:spPr/>
      <dgm:t>
        <a:bodyPr/>
        <a:lstStyle/>
        <a:p>
          <a:r>
            <a:rPr lang="ru-RU" baseline="0">
              <a:latin typeface="Bahnschrift Light SemiCondensed" panose="020B0502040204020203" pitchFamily="34" charset="0"/>
            </a:rPr>
            <a:t>Российское ПО</a:t>
          </a:r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CF87D0F7-4889-4FDA-A199-E10FC8966355}" type="parTrans" cxnId="{26F46E96-2463-4261-A8D1-9A37BC8C268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26B8702-B44E-4EC0-940C-4E64EB813FBA}" type="sibTrans" cxnId="{26F46E96-2463-4261-A8D1-9A37BC8C268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7D57D95-4532-4AA3-8BC3-FE3E5FBA939F}">
      <dgm:prSet phldrT="[Текст]" phldr="0"/>
      <dgm:spPr/>
      <dgm:t>
        <a:bodyPr/>
        <a:lstStyle/>
        <a:p>
          <a:r>
            <a:rPr lang="ru-RU" baseline="0">
              <a:latin typeface="Bahnschrift Light SemiCondensed" panose="020B0502040204020203" pitchFamily="34" charset="0"/>
            </a:rPr>
            <a:t>Совместимость с </a:t>
          </a:r>
          <a:r>
            <a:rPr lang="en-US" baseline="0">
              <a:latin typeface="Bahnschrift Light SemiCondensed" panose="020B0502040204020203" pitchFamily="34" charset="0"/>
            </a:rPr>
            <a:t>MS Office</a:t>
          </a:r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2EA86F17-65EF-4DB1-97F7-146D51AFD167}" type="parTrans" cxnId="{34DD4370-C197-49DB-BE8D-998A47D179D5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73EDA4A3-30E8-43D0-8804-2FFF5A845A0F}" type="sibTrans" cxnId="{34DD4370-C197-49DB-BE8D-998A47D179D5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3CAD680-26EA-42D0-916F-3E1EFDA5B32D}">
      <dgm:prSet phldrT="[Текст]" phldr="0"/>
      <dgm:spPr/>
      <dgm:t>
        <a:bodyPr/>
        <a:lstStyle/>
        <a:p>
          <a:r>
            <a:rPr lang="ru-RU" baseline="0">
              <a:latin typeface="Bahnschrift Light SemiCondensed" panose="020B0502040204020203" pitchFamily="34" charset="0"/>
            </a:rPr>
            <a:t>Высокая безопасность</a:t>
          </a:r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72AB3CFB-F423-4A15-84FC-AFF4854B4293}" type="parTrans" cxnId="{3EF6946F-5F7D-4A07-9447-373DDDC5C1E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18CDBC00-4119-4EF8-8414-790A4606291C}" type="sibTrans" cxnId="{3EF6946F-5F7D-4A07-9447-373DDDC5C1E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AE42D7C1-39E5-4352-AE52-D19CAE2B3C50}">
      <dgm:prSet phldrT="[Текст]" phldr="0"/>
      <dgm:spPr/>
      <dgm:t>
        <a:bodyPr/>
        <a:lstStyle/>
        <a:p>
          <a:r>
            <a:rPr lang="ru-RU" baseline="0">
              <a:latin typeface="Bahnschrift Light SemiCondensed" panose="020B0502040204020203" pitchFamily="34" charset="0"/>
            </a:rPr>
            <a:t>Работа с ГОСТ</a:t>
          </a:r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8279F9F2-AA55-45CE-92D9-C2965FCC2044}" type="parTrans" cxnId="{D17AAC9E-60D4-47C9-9826-84A6E4AB9B05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F7BC1E9C-B7A7-4E36-B6F7-B9091A5C1476}" type="sibTrans" cxnId="{D17AAC9E-60D4-47C9-9826-84A6E4AB9B05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1485BB20-67AA-4584-AC69-1C0E07567AB7}" type="pres">
      <dgm:prSet presAssocID="{045513B3-38F9-4C85-B4ED-03D011290F34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E1417C7-2873-4D8E-8350-6DDD2A181EFE}" type="pres">
      <dgm:prSet presAssocID="{591AD1B2-AF87-4D67-9E0F-88082FD86160}" presName="compNode" presStyleCnt="0"/>
      <dgm:spPr/>
    </dgm:pt>
    <dgm:pt modelId="{6D76A795-2DA3-4C33-87B1-F4EDA5FCA819}" type="pres">
      <dgm:prSet presAssocID="{591AD1B2-AF87-4D67-9E0F-88082FD86160}" presName="accentLine" presStyleLbl="dkBgShp" presStyleIdx="0" presStyleCnt="5"/>
      <dgm:spPr>
        <a:solidFill>
          <a:srgbClr val="00B0F0"/>
        </a:solidFill>
        <a:ln>
          <a:noFill/>
        </a:ln>
        <a:effectLst/>
      </dgm:spPr>
    </dgm:pt>
    <dgm:pt modelId="{18C6B989-BE2C-45B1-BECE-83F3A484FE39}" type="pres">
      <dgm:prSet presAssocID="{591AD1B2-AF87-4D67-9E0F-88082FD86160}" presName="titleText" presStyleLbl="revTx" presStyleIdx="0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937B78BE-8A5A-4EEE-B874-229D8EB4945B}" type="pres">
      <dgm:prSet presAssocID="{591AD1B2-AF87-4D67-9E0F-88082FD86160}" presName="bodyText" presStyleLbl="revTx" presStyleIdx="1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58AC0998-D68B-4C25-994D-A1B1ACDFE569}" type="pres">
      <dgm:prSet presAssocID="{3D8200C3-C281-4D16-B902-5389E6C0A2E9}" presName="sibTrans" presStyleCnt="0"/>
      <dgm:spPr/>
    </dgm:pt>
    <dgm:pt modelId="{BED4F5D8-A6A6-4521-914B-0AF6959353BD}" type="pres">
      <dgm:prSet presAssocID="{B7BC782B-F4F3-4682-8F94-738A58DBC117}" presName="compNode" presStyleCnt="0"/>
      <dgm:spPr/>
    </dgm:pt>
    <dgm:pt modelId="{AEBFFD21-D5AF-4FEF-89C9-0E20064CCE6A}" type="pres">
      <dgm:prSet presAssocID="{B7BC782B-F4F3-4682-8F94-738A58DBC117}" presName="accentLine" presStyleLbl="dkBgShp" presStyleIdx="1" presStyleCnt="5"/>
      <dgm:spPr>
        <a:solidFill>
          <a:srgbClr val="18A303"/>
        </a:solidFill>
        <a:ln>
          <a:noFill/>
        </a:ln>
        <a:effectLst/>
      </dgm:spPr>
    </dgm:pt>
    <dgm:pt modelId="{D0CA3FD9-4C42-4FB8-9538-92D4FAFE29DC}" type="pres">
      <dgm:prSet presAssocID="{B7BC782B-F4F3-4682-8F94-738A58DBC117}" presName="titleText" presStyleLbl="revTx" presStyleIdx="2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0FD75D81-ACF7-46D3-8667-958AAE7C2A8C}" type="pres">
      <dgm:prSet presAssocID="{B7BC782B-F4F3-4682-8F94-738A58DBC117}" presName="bodyText" presStyleLbl="revTx" presStyleIdx="3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002E91E0-3AEA-48A5-AC6E-A3423B8527ED}" type="pres">
      <dgm:prSet presAssocID="{B83FB7BD-57E2-4CA6-92BA-39298A5049F8}" presName="sibTrans" presStyleCnt="0"/>
      <dgm:spPr/>
    </dgm:pt>
    <dgm:pt modelId="{07BECF65-79D9-4FEF-8938-40E36A28F3C9}" type="pres">
      <dgm:prSet presAssocID="{23EE660E-87C5-446C-BE79-76C5AAF0B92D}" presName="compNode" presStyleCnt="0"/>
      <dgm:spPr/>
    </dgm:pt>
    <dgm:pt modelId="{1462F64B-C5E6-4881-81F5-2519F69A1F1C}" type="pres">
      <dgm:prSet presAssocID="{23EE660E-87C5-446C-BE79-76C5AAF0B92D}" presName="accentLine" presStyleLbl="dkBgShp" presStyleIdx="2" presStyleCnt="5"/>
      <dgm:spPr>
        <a:solidFill>
          <a:srgbClr val="E41C1C"/>
        </a:solidFill>
        <a:ln>
          <a:noFill/>
        </a:ln>
        <a:effectLst/>
      </dgm:spPr>
    </dgm:pt>
    <dgm:pt modelId="{0B6C396E-2EC7-4293-BDFB-F2643C3DCF33}" type="pres">
      <dgm:prSet presAssocID="{23EE660E-87C5-446C-BE79-76C5AAF0B92D}" presName="titleText" presStyleLbl="revTx" presStyleIdx="4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185C5523-0B26-4F67-9707-6314796CF61D}" type="pres">
      <dgm:prSet presAssocID="{23EE660E-87C5-446C-BE79-76C5AAF0B92D}" presName="bodyText" presStyleLbl="revTx" presStyleIdx="5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47C025CD-6E78-4451-8C93-E226A0E3854C}" type="pres">
      <dgm:prSet presAssocID="{58CBD758-20E1-4018-A623-8F0AED654865}" presName="sibTrans" presStyleCnt="0"/>
      <dgm:spPr/>
    </dgm:pt>
    <dgm:pt modelId="{2DA22538-4FFE-4D37-94E7-66ACD8AA43ED}" type="pres">
      <dgm:prSet presAssocID="{E57D64AC-9EAE-4DE0-94E2-68F77BE18803}" presName="compNode" presStyleCnt="0"/>
      <dgm:spPr/>
    </dgm:pt>
    <dgm:pt modelId="{8FE0601A-C8CD-47CA-9E4A-C48E6BB0438F}" type="pres">
      <dgm:prSet presAssocID="{E57D64AC-9EAE-4DE0-94E2-68F77BE18803}" presName="accentLine" presStyleLbl="dkBgShp" presStyleIdx="3" presStyleCnt="5"/>
      <dgm:spPr>
        <a:solidFill>
          <a:srgbClr val="00DAB8"/>
        </a:solidFill>
        <a:ln>
          <a:noFill/>
        </a:ln>
        <a:effectLst/>
      </dgm:spPr>
    </dgm:pt>
    <dgm:pt modelId="{D76463D4-5727-4084-86B6-571E2997C630}" type="pres">
      <dgm:prSet presAssocID="{E57D64AC-9EAE-4DE0-94E2-68F77BE18803}" presName="titleText" presStyleLbl="revTx" presStyleIdx="6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B65D0457-DCCB-40A2-B209-7DE558AC7D73}" type="pres">
      <dgm:prSet presAssocID="{E57D64AC-9EAE-4DE0-94E2-68F77BE18803}" presName="bodyText" presStyleLbl="revTx" presStyleIdx="7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16084B7C-348E-4ABB-824B-B8A0BC147047}" type="pres">
      <dgm:prSet presAssocID="{7B9CF4E9-C2CA-41EF-9987-F274E98FFE0B}" presName="sibTrans" presStyleCnt="0"/>
      <dgm:spPr/>
    </dgm:pt>
    <dgm:pt modelId="{0BD6A0D8-9795-426D-B426-0D65D3B0D177}" type="pres">
      <dgm:prSet presAssocID="{4C3F9821-4A2C-4434-94A9-1C63035B7B80}" presName="compNode" presStyleCnt="0"/>
      <dgm:spPr/>
    </dgm:pt>
    <dgm:pt modelId="{36F247A6-AFCC-4D61-A9EF-66FE0D42AA76}" type="pres">
      <dgm:prSet presAssocID="{4C3F9821-4A2C-4434-94A9-1C63035B7B80}" presName="accentLine" presStyleLbl="dkBgShp" presStyleIdx="4" presStyleCnt="5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D73595F9-1432-496E-BBE5-E3B42EB983B2}" type="pres">
      <dgm:prSet presAssocID="{4C3F9821-4A2C-4434-94A9-1C63035B7B80}" presName="titleText" presStyleLbl="revTx" presStyleIdx="8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3BA53C82-D0AE-4059-940E-981D4F4CB28E}" type="pres">
      <dgm:prSet presAssocID="{4C3F9821-4A2C-4434-94A9-1C63035B7B80}" presName="bodyText" presStyleLbl="revTx" presStyleIdx="9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</dgm:ptLst>
  <dgm:cxnLst>
    <dgm:cxn modelId="{0DEBB318-2FA5-4385-B10B-DBE503595E41}" type="presOf" srcId="{67D57D95-4532-4AA3-8BC3-FE3E5FBA939F}" destId="{B65D0457-DCCB-40A2-B209-7DE558AC7D73}" srcOrd="0" destOrd="1" presId="urn:microsoft.com/office/officeart/2026/layout/TextCardShortLine"/>
    <dgm:cxn modelId="{B4CA4AC9-7FBC-4F34-821C-B44204FC697B}" type="presOf" srcId="{B3F9911E-D0F7-459B-B1F1-3442A433414B}" destId="{B65D0457-DCCB-40A2-B209-7DE558AC7D73}" srcOrd="0" destOrd="0" presId="urn:microsoft.com/office/officeart/2026/layout/TextCardShortLine"/>
    <dgm:cxn modelId="{34DD4370-C197-49DB-BE8D-998A47D179D5}" srcId="{E57D64AC-9EAE-4DE0-94E2-68F77BE18803}" destId="{67D57D95-4532-4AA3-8BC3-FE3E5FBA939F}" srcOrd="1" destOrd="0" parTransId="{2EA86F17-65EF-4DB1-97F7-146D51AFD167}" sibTransId="{73EDA4A3-30E8-43D0-8804-2FFF5A845A0F}"/>
    <dgm:cxn modelId="{3EF6946F-5F7D-4A07-9447-373DDDC5C1E2}" srcId="{4C3F9821-4A2C-4434-94A9-1C63035B7B80}" destId="{63CAD680-26EA-42D0-916F-3E1EFDA5B32D}" srcOrd="1" destOrd="0" parTransId="{72AB3CFB-F423-4A15-84FC-AFF4854B4293}" sibTransId="{18CDBC00-4119-4EF8-8414-790A4606291C}"/>
    <dgm:cxn modelId="{D17AAC9E-60D4-47C9-9826-84A6E4AB9B05}" srcId="{4C3F9821-4A2C-4434-94A9-1C63035B7B80}" destId="{AE42D7C1-39E5-4352-AE52-D19CAE2B3C50}" srcOrd="2" destOrd="0" parTransId="{8279F9F2-AA55-45CE-92D9-C2965FCC2044}" sibTransId="{F7BC1E9C-B7A7-4E36-B6F7-B9091A5C1476}"/>
    <dgm:cxn modelId="{17F261DF-6E1F-48E6-8FE1-136BB982E2F3}" type="presOf" srcId="{045513B3-38F9-4C85-B4ED-03D011290F34}" destId="{1485BB20-67AA-4584-AC69-1C0E07567AB7}" srcOrd="0" destOrd="0" presId="urn:microsoft.com/office/officeart/2026/layout/TextCardShortLine"/>
    <dgm:cxn modelId="{F97936C5-415C-43F3-814F-C754B2BD7601}" srcId="{045513B3-38F9-4C85-B4ED-03D011290F34}" destId="{4C3F9821-4A2C-4434-94A9-1C63035B7B80}" srcOrd="4" destOrd="0" parTransId="{6971B2CA-1366-4C46-8E91-2DE15620F592}" sibTransId="{62A8A825-E66C-4D5A-8227-8645AC3E8699}"/>
    <dgm:cxn modelId="{3FCCA605-6BB6-42AA-972F-58C12179CDA8}" srcId="{4C3F9821-4A2C-4434-94A9-1C63035B7B80}" destId="{5993E0FC-038B-463E-8F97-3D43672D2600}" srcOrd="0" destOrd="0" parTransId="{72C2716F-8E59-4AD9-854D-DF67BD4E930B}" sibTransId="{26FB124A-4D39-4C49-81AF-B4273BDC1D06}"/>
    <dgm:cxn modelId="{396AFD03-902F-4784-BF0D-B81A750822CC}" type="presOf" srcId="{011657D2-E19B-46F3-B455-4A03872B82DA}" destId="{185C5523-0B26-4F67-9707-6314796CF61D}" srcOrd="0" destOrd="1" presId="urn:microsoft.com/office/officeart/2026/layout/TextCardShortLine"/>
    <dgm:cxn modelId="{7A3890FF-7EF2-4340-B217-705AF8B07626}" type="presOf" srcId="{A215DF3D-4C6B-4E8C-B09A-FB0F378F5930}" destId="{937B78BE-8A5A-4EEE-B874-229D8EB4945B}" srcOrd="0" destOrd="2" presId="urn:microsoft.com/office/officeart/2026/layout/TextCardShortLine"/>
    <dgm:cxn modelId="{BBA21100-D909-4130-B958-C7B89F48AB84}" srcId="{045513B3-38F9-4C85-B4ED-03D011290F34}" destId="{23EE660E-87C5-446C-BE79-76C5AAF0B92D}" srcOrd="2" destOrd="0" parTransId="{0B8FF80B-350E-4BAB-8D97-A940635DF81F}" sibTransId="{58CBD758-20E1-4018-A623-8F0AED654865}"/>
    <dgm:cxn modelId="{7829F84A-26B3-4FD2-BAF7-C7EB76CB2B3D}" srcId="{045513B3-38F9-4C85-B4ED-03D011290F34}" destId="{E57D64AC-9EAE-4DE0-94E2-68F77BE18803}" srcOrd="3" destOrd="0" parTransId="{A7CC3754-92A5-4F47-B0DD-2CD79200572E}" sibTransId="{7B9CF4E9-C2CA-41EF-9987-F274E98FFE0B}"/>
    <dgm:cxn modelId="{021F8C35-7074-4123-B70C-547515255603}" type="presOf" srcId="{5993E0FC-038B-463E-8F97-3D43672D2600}" destId="{3BA53C82-D0AE-4059-940E-981D4F4CB28E}" srcOrd="0" destOrd="0" presId="urn:microsoft.com/office/officeart/2026/layout/TextCardShortLine"/>
    <dgm:cxn modelId="{8FE2BAB5-7FDF-45EE-BFF6-8DABE6C1CDF4}" srcId="{591AD1B2-AF87-4D67-9E0F-88082FD86160}" destId="{A215DF3D-4C6B-4E8C-B09A-FB0F378F5930}" srcOrd="2" destOrd="0" parTransId="{832CCEA9-52FE-43D6-A4F0-D7CC50AD48D5}" sibTransId="{0472B757-FC13-4CC3-9390-4747467B8580}"/>
    <dgm:cxn modelId="{10F6CE26-19A3-4D74-9CE3-46500566419E}" type="presOf" srcId="{4C3F9821-4A2C-4434-94A9-1C63035B7B80}" destId="{D73595F9-1432-496E-BBE5-E3B42EB983B2}" srcOrd="0" destOrd="0" presId="urn:microsoft.com/office/officeart/2026/layout/TextCardShortLine"/>
    <dgm:cxn modelId="{23F01791-BD1A-44DF-B039-0B6F50EDC3E1}" type="presOf" srcId="{D736661B-B735-4BE6-99D8-24CE9611490A}" destId="{0FD75D81-ACF7-46D3-8667-958AAE7C2A8C}" srcOrd="0" destOrd="2" presId="urn:microsoft.com/office/officeart/2026/layout/TextCardShortLine"/>
    <dgm:cxn modelId="{8A5B7890-D374-4C16-87E0-3C1C23BBF1D2}" srcId="{045513B3-38F9-4C85-B4ED-03D011290F34}" destId="{591AD1B2-AF87-4D67-9E0F-88082FD86160}" srcOrd="0" destOrd="0" parTransId="{E2CD8FF9-8A86-4C4D-9DFB-BD2931B80909}" sibTransId="{3D8200C3-C281-4D16-B902-5389E6C0A2E9}"/>
    <dgm:cxn modelId="{6B14AA00-1A12-4516-802F-04675245D73B}" type="presOf" srcId="{426D4F46-6F0C-45C1-86D3-8EAC0FE5DA6B}" destId="{937B78BE-8A5A-4EEE-B874-229D8EB4945B}" srcOrd="0" destOrd="1" presId="urn:microsoft.com/office/officeart/2026/layout/TextCardShortLine"/>
    <dgm:cxn modelId="{4BEE32FE-F4B7-4997-9070-1B7A7CCB8ACF}" type="presOf" srcId="{79554F42-87BF-49E0-AAC6-260BFFF07429}" destId="{937B78BE-8A5A-4EEE-B874-229D8EB4945B}" srcOrd="0" destOrd="0" presId="urn:microsoft.com/office/officeart/2026/layout/TextCardShortLine"/>
    <dgm:cxn modelId="{29D4D42B-90CF-47DF-ABB4-415B47609E9E}" srcId="{B7BC782B-F4F3-4682-8F94-738A58DBC117}" destId="{2DC262CC-44A1-4FE8-BFE8-8068DFA7E41E}" srcOrd="0" destOrd="0" parTransId="{D618805C-E75A-4CBD-AEE9-5C452E5F610B}" sibTransId="{6F129146-9E7C-429E-9398-0D716E8C43D6}"/>
    <dgm:cxn modelId="{69ED8CF5-FAAE-4288-B0BA-E2085F762F7A}" srcId="{B7BC782B-F4F3-4682-8F94-738A58DBC117}" destId="{D736661B-B735-4BE6-99D8-24CE9611490A}" srcOrd="2" destOrd="0" parTransId="{5BA3226F-43F1-473F-BEA1-3B977E469821}" sibTransId="{F218EE5C-5504-47EC-90C8-EDD573355FFF}"/>
    <dgm:cxn modelId="{EF4A0454-9909-4607-A102-F10A3B72D385}" type="presOf" srcId="{AE42D7C1-39E5-4352-AE52-D19CAE2B3C50}" destId="{3BA53C82-D0AE-4059-940E-981D4F4CB28E}" srcOrd="0" destOrd="2" presId="urn:microsoft.com/office/officeart/2026/layout/TextCardShortLine"/>
    <dgm:cxn modelId="{69D78E81-1564-4038-8F6C-B6C3796BEA43}" type="presOf" srcId="{D3F91AE3-BB98-4BA6-BC29-3E54D305D2B7}" destId="{185C5523-0B26-4F67-9707-6314796CF61D}" srcOrd="0" destOrd="0" presId="urn:microsoft.com/office/officeart/2026/layout/TextCardShortLine"/>
    <dgm:cxn modelId="{8418B0AA-1BA9-4FC3-87F6-13929F216DA9}" srcId="{591AD1B2-AF87-4D67-9E0F-88082FD86160}" destId="{EE619043-C5D2-4CAA-8E02-CD824054B05C}" srcOrd="3" destOrd="0" parTransId="{D0EE5C34-DB60-4B20-9590-710C2C328043}" sibTransId="{E9F32EA5-9D66-488A-92D0-E329CCA23104}"/>
    <dgm:cxn modelId="{09BAD2E2-AA8D-4627-93B4-5ADF575A893C}" type="presOf" srcId="{591AD1B2-AF87-4D67-9E0F-88082FD86160}" destId="{18C6B989-BE2C-45B1-BECE-83F3A484FE39}" srcOrd="0" destOrd="0" presId="urn:microsoft.com/office/officeart/2026/layout/TextCardShortLine"/>
    <dgm:cxn modelId="{69B76C10-C579-44C9-BE4C-337CDFFA6144}" type="presOf" srcId="{B7BC782B-F4F3-4682-8F94-738A58DBC117}" destId="{D0CA3FD9-4C42-4FB8-9538-92D4FAFE29DC}" srcOrd="0" destOrd="0" presId="urn:microsoft.com/office/officeart/2026/layout/TextCardShortLine"/>
    <dgm:cxn modelId="{EC2030EF-3FD7-43FC-B208-C87BAA18D6E4}" srcId="{23EE660E-87C5-446C-BE79-76C5AAF0B92D}" destId="{011657D2-E19B-46F3-B455-4A03872B82DA}" srcOrd="1" destOrd="0" parTransId="{A860375B-C749-43F1-8123-44D7126B890C}" sibTransId="{B35AA7C2-E09D-4A79-ABC8-2F6637BD94F3}"/>
    <dgm:cxn modelId="{09FF8772-DED5-4B94-BD0C-31FC6CB73B68}" srcId="{045513B3-38F9-4C85-B4ED-03D011290F34}" destId="{B7BC782B-F4F3-4682-8F94-738A58DBC117}" srcOrd="1" destOrd="0" parTransId="{FAD1F5EF-BFBC-4577-94BA-E0D9CB2D907B}" sibTransId="{B83FB7BD-57E2-4CA6-92BA-39298A5049F8}"/>
    <dgm:cxn modelId="{05402859-0CF3-4507-95DA-B5F54258CF50}" type="presOf" srcId="{EE619043-C5D2-4CAA-8E02-CD824054B05C}" destId="{937B78BE-8A5A-4EEE-B874-229D8EB4945B}" srcOrd="0" destOrd="3" presId="urn:microsoft.com/office/officeart/2026/layout/TextCardShortLine"/>
    <dgm:cxn modelId="{E991D4ED-ECE8-4A17-B6FB-58B487906934}" srcId="{591AD1B2-AF87-4D67-9E0F-88082FD86160}" destId="{426D4F46-6F0C-45C1-86D3-8EAC0FE5DA6B}" srcOrd="1" destOrd="0" parTransId="{2B7947C4-E98D-4588-8D49-07C0FFF837CD}" sibTransId="{2FE9BF9C-E5B0-4B78-A52C-E816D4CA6C7E}"/>
    <dgm:cxn modelId="{B4223B04-DDD8-4376-B74F-283ADADD815D}" type="presOf" srcId="{339A0F5F-CE8B-419F-8182-ABE63385C393}" destId="{0FD75D81-ACF7-46D3-8667-958AAE7C2A8C}" srcOrd="0" destOrd="1" presId="urn:microsoft.com/office/officeart/2026/layout/TextCardShortLine"/>
    <dgm:cxn modelId="{ACC6C81F-8F8F-43E5-BAE4-3528926A4C22}" srcId="{B7BC782B-F4F3-4682-8F94-738A58DBC117}" destId="{339A0F5F-CE8B-419F-8182-ABE63385C393}" srcOrd="1" destOrd="0" parTransId="{7792CB61-8E73-41D2-A5E8-4DA1016AA830}" sibTransId="{696D6561-1BC1-467E-8AB2-87E0F25C93BC}"/>
    <dgm:cxn modelId="{26F46E96-2463-4261-A8D1-9A37BC8C2682}" srcId="{E57D64AC-9EAE-4DE0-94E2-68F77BE18803}" destId="{B3F9911E-D0F7-459B-B1F1-3442A433414B}" srcOrd="0" destOrd="0" parTransId="{CF87D0F7-4889-4FDA-A199-E10FC8966355}" sibTransId="{626B8702-B44E-4EC0-940C-4E64EB813FBA}"/>
    <dgm:cxn modelId="{8A289FED-4FEA-4D9B-BF33-7082C2439445}" type="presOf" srcId="{23EE660E-87C5-446C-BE79-76C5AAF0B92D}" destId="{0B6C396E-2EC7-4293-BDFB-F2643C3DCF33}" srcOrd="0" destOrd="0" presId="urn:microsoft.com/office/officeart/2026/layout/TextCardShortLine"/>
    <dgm:cxn modelId="{7E7B7CA6-5732-49CD-91E0-D9D0738D87E2}" type="presOf" srcId="{2DC262CC-44A1-4FE8-BFE8-8068DFA7E41E}" destId="{0FD75D81-ACF7-46D3-8667-958AAE7C2A8C}" srcOrd="0" destOrd="0" presId="urn:microsoft.com/office/officeart/2026/layout/TextCardShortLine"/>
    <dgm:cxn modelId="{54F14572-4147-4E80-AA90-8AE81A9C1E03}" srcId="{591AD1B2-AF87-4D67-9E0F-88082FD86160}" destId="{79554F42-87BF-49E0-AAC6-260BFFF07429}" srcOrd="0" destOrd="0" parTransId="{C433D1ED-A06E-4EB9-AAC6-094CAF0B7D80}" sibTransId="{1C24622D-939C-4564-8A09-580FAA7749B4}"/>
    <dgm:cxn modelId="{94D8E7FE-7F08-43A9-A9CB-97C9AC32F311}" type="presOf" srcId="{63CAD680-26EA-42D0-916F-3E1EFDA5B32D}" destId="{3BA53C82-D0AE-4059-940E-981D4F4CB28E}" srcOrd="0" destOrd="1" presId="urn:microsoft.com/office/officeart/2026/layout/TextCardShortLine"/>
    <dgm:cxn modelId="{637EA580-B223-494A-81E8-26C753CA9623}" type="presOf" srcId="{E57D64AC-9EAE-4DE0-94E2-68F77BE18803}" destId="{D76463D4-5727-4084-86B6-571E2997C630}" srcOrd="0" destOrd="0" presId="urn:microsoft.com/office/officeart/2026/layout/TextCardShortLine"/>
    <dgm:cxn modelId="{38E8CC0C-E48B-482A-A221-FCBDE1943194}" srcId="{23EE660E-87C5-446C-BE79-76C5AAF0B92D}" destId="{D3F91AE3-BB98-4BA6-BC29-3E54D305D2B7}" srcOrd="0" destOrd="0" parTransId="{98789F66-248F-412B-B81E-E333414A19C8}" sibTransId="{E4A42EB8-B335-4874-AC89-2DC261C30C03}"/>
    <dgm:cxn modelId="{2DEBE167-B551-4335-B8B7-33713D471681}" type="presParOf" srcId="{1485BB20-67AA-4584-AC69-1C0E07567AB7}" destId="{9E1417C7-2873-4D8E-8350-6DDD2A181EFE}" srcOrd="0" destOrd="0" presId="urn:microsoft.com/office/officeart/2026/layout/TextCardShortLine"/>
    <dgm:cxn modelId="{C8DE061A-8DAD-4904-997F-A05E58B8AEAA}" type="presParOf" srcId="{9E1417C7-2873-4D8E-8350-6DDD2A181EFE}" destId="{6D76A795-2DA3-4C33-87B1-F4EDA5FCA819}" srcOrd="0" destOrd="0" presId="urn:microsoft.com/office/officeart/2026/layout/TextCardShortLine"/>
    <dgm:cxn modelId="{70509FB2-6433-47C7-A601-7FE9237C5546}" type="presParOf" srcId="{9E1417C7-2873-4D8E-8350-6DDD2A181EFE}" destId="{18C6B989-BE2C-45B1-BECE-83F3A484FE39}" srcOrd="1" destOrd="0" presId="urn:microsoft.com/office/officeart/2026/layout/TextCardShortLine"/>
    <dgm:cxn modelId="{82A44576-AFF8-4640-B128-3034DE8D0D80}" type="presParOf" srcId="{9E1417C7-2873-4D8E-8350-6DDD2A181EFE}" destId="{937B78BE-8A5A-4EEE-B874-229D8EB4945B}" srcOrd="2" destOrd="0" presId="urn:microsoft.com/office/officeart/2026/layout/TextCardShortLine"/>
    <dgm:cxn modelId="{CCAA5B04-A551-4BEE-A910-129CAD4437D8}" type="presParOf" srcId="{1485BB20-67AA-4584-AC69-1C0E07567AB7}" destId="{58AC0998-D68B-4C25-994D-A1B1ACDFE569}" srcOrd="1" destOrd="0" presId="urn:microsoft.com/office/officeart/2026/layout/TextCardShortLine"/>
    <dgm:cxn modelId="{6C6FE011-863A-47D6-B388-902C249B3EFD}" type="presParOf" srcId="{1485BB20-67AA-4584-AC69-1C0E07567AB7}" destId="{BED4F5D8-A6A6-4521-914B-0AF6959353BD}" srcOrd="2" destOrd="0" presId="urn:microsoft.com/office/officeart/2026/layout/TextCardShortLine"/>
    <dgm:cxn modelId="{1DFC2F5C-9C5A-4758-BA6D-546DBCBA5C9F}" type="presParOf" srcId="{BED4F5D8-A6A6-4521-914B-0AF6959353BD}" destId="{AEBFFD21-D5AF-4FEF-89C9-0E20064CCE6A}" srcOrd="0" destOrd="0" presId="urn:microsoft.com/office/officeart/2026/layout/TextCardShortLine"/>
    <dgm:cxn modelId="{80B644AF-B22E-4207-8531-CCE299679F84}" type="presParOf" srcId="{BED4F5D8-A6A6-4521-914B-0AF6959353BD}" destId="{D0CA3FD9-4C42-4FB8-9538-92D4FAFE29DC}" srcOrd="1" destOrd="0" presId="urn:microsoft.com/office/officeart/2026/layout/TextCardShortLine"/>
    <dgm:cxn modelId="{3AD11FCC-A114-4991-AF91-B71CBFF15BD8}" type="presParOf" srcId="{BED4F5D8-A6A6-4521-914B-0AF6959353BD}" destId="{0FD75D81-ACF7-46D3-8667-958AAE7C2A8C}" srcOrd="2" destOrd="0" presId="urn:microsoft.com/office/officeart/2026/layout/TextCardShortLine"/>
    <dgm:cxn modelId="{8DC60F9C-DBA6-404F-B7B1-485C6C512B76}" type="presParOf" srcId="{1485BB20-67AA-4584-AC69-1C0E07567AB7}" destId="{002E91E0-3AEA-48A5-AC6E-A3423B8527ED}" srcOrd="3" destOrd="0" presId="urn:microsoft.com/office/officeart/2026/layout/TextCardShortLine"/>
    <dgm:cxn modelId="{9FC8A087-4789-4A95-8BC4-6C41B433CEE5}" type="presParOf" srcId="{1485BB20-67AA-4584-AC69-1C0E07567AB7}" destId="{07BECF65-79D9-4FEF-8938-40E36A28F3C9}" srcOrd="4" destOrd="0" presId="urn:microsoft.com/office/officeart/2026/layout/TextCardShortLine"/>
    <dgm:cxn modelId="{BA9D9EBC-B4C9-443D-BE9E-21B1944CCEFD}" type="presParOf" srcId="{07BECF65-79D9-4FEF-8938-40E36A28F3C9}" destId="{1462F64B-C5E6-4881-81F5-2519F69A1F1C}" srcOrd="0" destOrd="0" presId="urn:microsoft.com/office/officeart/2026/layout/TextCardShortLine"/>
    <dgm:cxn modelId="{E2EADE34-B7C5-4AB2-8709-47E7FF82B37F}" type="presParOf" srcId="{07BECF65-79D9-4FEF-8938-40E36A28F3C9}" destId="{0B6C396E-2EC7-4293-BDFB-F2643C3DCF33}" srcOrd="1" destOrd="0" presId="urn:microsoft.com/office/officeart/2026/layout/TextCardShortLine"/>
    <dgm:cxn modelId="{1C827202-0115-467C-AABA-934800072207}" type="presParOf" srcId="{07BECF65-79D9-4FEF-8938-40E36A28F3C9}" destId="{185C5523-0B26-4F67-9707-6314796CF61D}" srcOrd="2" destOrd="0" presId="urn:microsoft.com/office/officeart/2026/layout/TextCardShortLine"/>
    <dgm:cxn modelId="{6114A432-91FB-40A7-8931-33ADBDF14E8B}" type="presParOf" srcId="{1485BB20-67AA-4584-AC69-1C0E07567AB7}" destId="{47C025CD-6E78-4451-8C93-E226A0E3854C}" srcOrd="5" destOrd="0" presId="urn:microsoft.com/office/officeart/2026/layout/TextCardShortLine"/>
    <dgm:cxn modelId="{28F5B1DC-5460-4208-AB7F-6691E8919B4C}" type="presParOf" srcId="{1485BB20-67AA-4584-AC69-1C0E07567AB7}" destId="{2DA22538-4FFE-4D37-94E7-66ACD8AA43ED}" srcOrd="6" destOrd="0" presId="urn:microsoft.com/office/officeart/2026/layout/TextCardShortLine"/>
    <dgm:cxn modelId="{C58B75F9-04E8-474E-84E9-E734B0AFD781}" type="presParOf" srcId="{2DA22538-4FFE-4D37-94E7-66ACD8AA43ED}" destId="{8FE0601A-C8CD-47CA-9E4A-C48E6BB0438F}" srcOrd="0" destOrd="0" presId="urn:microsoft.com/office/officeart/2026/layout/TextCardShortLine"/>
    <dgm:cxn modelId="{0461B15F-CA02-40F4-AD6E-316F70BBD039}" type="presParOf" srcId="{2DA22538-4FFE-4D37-94E7-66ACD8AA43ED}" destId="{D76463D4-5727-4084-86B6-571E2997C630}" srcOrd="1" destOrd="0" presId="urn:microsoft.com/office/officeart/2026/layout/TextCardShortLine"/>
    <dgm:cxn modelId="{7B51E646-B01F-4FE3-BB0D-CAAF24E9F81E}" type="presParOf" srcId="{2DA22538-4FFE-4D37-94E7-66ACD8AA43ED}" destId="{B65D0457-DCCB-40A2-B209-7DE558AC7D73}" srcOrd="2" destOrd="0" presId="urn:microsoft.com/office/officeart/2026/layout/TextCardShortLine"/>
    <dgm:cxn modelId="{287C9F79-D0CB-4053-B1A6-44C5ED17CB8C}" type="presParOf" srcId="{1485BB20-67AA-4584-AC69-1C0E07567AB7}" destId="{16084B7C-348E-4ABB-824B-B8A0BC147047}" srcOrd="7" destOrd="0" presId="urn:microsoft.com/office/officeart/2026/layout/TextCardShortLine"/>
    <dgm:cxn modelId="{FDCDB129-82B6-43FE-802B-A1C0C37421E2}" type="presParOf" srcId="{1485BB20-67AA-4584-AC69-1C0E07567AB7}" destId="{0BD6A0D8-9795-426D-B426-0D65D3B0D177}" srcOrd="8" destOrd="0" presId="urn:microsoft.com/office/officeart/2026/layout/TextCardShortLine"/>
    <dgm:cxn modelId="{8489BD23-BB7D-43D2-9344-B610B7A5DDF8}" type="presParOf" srcId="{0BD6A0D8-9795-426D-B426-0D65D3B0D177}" destId="{36F247A6-AFCC-4D61-A9EF-66FE0D42AA76}" srcOrd="0" destOrd="0" presId="urn:microsoft.com/office/officeart/2026/layout/TextCardShortLine"/>
    <dgm:cxn modelId="{59C63AE4-B7CE-49A5-B16D-0F9F4DCB85C6}" type="presParOf" srcId="{0BD6A0D8-9795-426D-B426-0D65D3B0D177}" destId="{D73595F9-1432-496E-BBE5-E3B42EB983B2}" srcOrd="1" destOrd="0" presId="urn:microsoft.com/office/officeart/2026/layout/TextCardShortLine"/>
    <dgm:cxn modelId="{2E618AC7-EBDD-4A5F-A9AB-3B44B21946D0}" type="presParOf" srcId="{0BD6A0D8-9795-426D-B426-0D65D3B0D177}" destId="{3BA53C82-D0AE-4059-940E-981D4F4CB28E}" srcOrd="2" destOrd="0" presId="urn:microsoft.com/office/officeart/2026/layout/TextCardShortLine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5513B3-38F9-4C85-B4ED-03D011290F34}" type="doc">
      <dgm:prSet loTypeId="urn:microsoft.com/office/officeart/2026/layout/TextCardShortLine" loCatId="textcard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ru-RU"/>
        </a:p>
      </dgm:t>
    </dgm:pt>
    <dgm:pt modelId="{591AD1B2-AF87-4D67-9E0F-88082FD86160}">
      <dgm:prSet phldrT="[Текст]" phldr="0" custT="1"/>
      <dgm:spPr/>
      <dgm:t>
        <a:bodyPr/>
        <a:lstStyle/>
        <a:p>
          <a:pPr>
            <a:defRPr b="1"/>
          </a:pPr>
          <a:r>
            <a:rPr lang="en-US" sz="1800" b="1" baseline="0" dirty="0">
              <a:latin typeface="Bahnschrift Light SemiCondensed" panose="020B0502040204020203" pitchFamily="34" charset="0"/>
            </a:rPr>
            <a:t>Microsoft 365</a:t>
          </a:r>
          <a:endParaRPr lang="ru-RU" sz="1400" b="1" baseline="0" dirty="0">
            <a:latin typeface="Bahnschrift Light SemiCondensed" panose="020B0502040204020203" pitchFamily="34" charset="0"/>
          </a:endParaRPr>
        </a:p>
      </dgm:t>
    </dgm:pt>
    <dgm:pt modelId="{E2CD8FF9-8A86-4C4D-9DFB-BD2931B80909}" type="parTrans" cxnId="{8A5B7890-D374-4C16-87E0-3C1C23BBF1D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3D8200C3-C281-4D16-B902-5389E6C0A2E9}" type="sibTrans" cxnId="{8A5B7890-D374-4C16-87E0-3C1C23BBF1D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79554F42-87BF-49E0-AAC6-260BFFF07429}">
      <dgm:prSet phldrT="[Текст]" phldr="0" custT="1"/>
      <dgm:spPr/>
      <dgm:t>
        <a:bodyPr/>
        <a:lstStyle/>
        <a:p>
          <a:r>
            <a:rPr lang="ru-RU" sz="1200" baseline="0" dirty="0">
              <a:latin typeface="Bahnschrift Light SemiCondensed" panose="020B0502040204020203" pitchFamily="34" charset="0"/>
            </a:rPr>
            <a:t>Зависимость от интернета</a:t>
          </a:r>
        </a:p>
      </dgm:t>
    </dgm:pt>
    <dgm:pt modelId="{C433D1ED-A06E-4EB9-AAC6-094CAF0B7D80}" type="parTrans" cxnId="{54F14572-4147-4E80-AA90-8AE81A9C1E03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1C24622D-939C-4564-8A09-580FAA7749B4}" type="sibTrans" cxnId="{54F14572-4147-4E80-AA90-8AE81A9C1E03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E57D64AC-9EAE-4DE0-94E2-68F77BE18803}">
      <dgm:prSet phldrT="[Текст]" phldr="0"/>
      <dgm:spPr/>
      <dgm:t>
        <a:bodyPr/>
        <a:lstStyle/>
        <a:p>
          <a:pPr>
            <a:defRPr b="1"/>
          </a:pPr>
          <a:r>
            <a:rPr lang="ru-RU" baseline="0" dirty="0">
              <a:latin typeface="Bahnschrift Light SemiCondensed" panose="020B0502040204020203" pitchFamily="34" charset="0"/>
            </a:rPr>
            <a:t>МойОфис</a:t>
          </a:r>
        </a:p>
      </dgm:t>
    </dgm:pt>
    <dgm:pt modelId="{A7CC3754-92A5-4F47-B0DD-2CD79200572E}" type="parTrans" cxnId="{7829F84A-26B3-4FD2-BAF7-C7EB76CB2B3D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7B9CF4E9-C2CA-41EF-9987-F274E98FFE0B}" type="sibTrans" cxnId="{7829F84A-26B3-4FD2-BAF7-C7EB76CB2B3D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4C3F9821-4A2C-4434-94A9-1C63035B7B80}">
      <dgm:prSet phldrT="[Текст]" phldr="0"/>
      <dgm:spPr/>
      <dgm:t>
        <a:bodyPr/>
        <a:lstStyle/>
        <a:p>
          <a:pPr>
            <a:defRPr b="1"/>
          </a:pPr>
          <a:r>
            <a:rPr lang="ru-RU" baseline="0" dirty="0">
              <a:latin typeface="Bahnschrift Light SemiCondensed" panose="020B0502040204020203" pitchFamily="34" charset="0"/>
            </a:rPr>
            <a:t>Р7-Офис</a:t>
          </a:r>
        </a:p>
      </dgm:t>
    </dgm:pt>
    <dgm:pt modelId="{6971B2CA-1366-4C46-8E91-2DE15620F592}" type="parTrans" cxnId="{F97936C5-415C-43F3-814F-C754B2BD7601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2A8A825-E66C-4D5A-8227-8645AC3E8699}" type="sibTrans" cxnId="{F97936C5-415C-43F3-814F-C754B2BD7601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5993E0FC-038B-463E-8F97-3D43672D2600}">
      <dgm:prSet phldrT="[Текст]" phldr="0" custT="1"/>
      <dgm:spPr/>
      <dgm:t>
        <a:bodyPr/>
        <a:lstStyle/>
        <a:p>
          <a:r>
            <a:rPr lang="ru-RU" sz="1200" baseline="0" dirty="0">
              <a:latin typeface="Bahnschrift Light SemiCondensed" panose="020B0502040204020203" pitchFamily="34" charset="0"/>
            </a:rPr>
            <a:t>Высокая стоимость по сравнению с аналогами</a:t>
          </a:r>
        </a:p>
        <a:p>
          <a:r>
            <a:rPr lang="ru-RU" sz="1200" baseline="0" dirty="0">
              <a:latin typeface="Bahnschrift Light SemiCondensed" panose="020B0502040204020203" pitchFamily="34" charset="0"/>
            </a:rPr>
            <a:t>Недостаточная оптимизация для больших таблиц и БД</a:t>
          </a:r>
        </a:p>
        <a:p>
          <a:r>
            <a:rPr lang="ru-RU" sz="1200" baseline="0" dirty="0">
              <a:latin typeface="Bahnschrift Light SemiCondensed" panose="020B0502040204020203" pitchFamily="34" charset="0"/>
            </a:rPr>
            <a:t>Неравномерность развития версий для разных ОС</a:t>
          </a:r>
        </a:p>
      </dgm:t>
    </dgm:pt>
    <dgm:pt modelId="{72C2716F-8E59-4AD9-854D-DF67BD4E930B}" type="parTrans" cxnId="{3FCCA605-6BB6-42AA-972F-58C12179CDA8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26FB124A-4D39-4C49-81AF-B4273BDC1D06}" type="sibTrans" cxnId="{3FCCA605-6BB6-42AA-972F-58C12179CDA8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B7BC782B-F4F3-4682-8F94-738A58DBC117}">
      <dgm:prSet phldrT="[Текст]" phldr="0"/>
      <dgm:spPr/>
      <dgm:t>
        <a:bodyPr/>
        <a:lstStyle/>
        <a:p>
          <a:pPr>
            <a:defRPr b="1"/>
          </a:pPr>
          <a:r>
            <a:rPr lang="en-US" baseline="0" dirty="0">
              <a:latin typeface="Bahnschrift Light SemiCondensed" panose="020B0502040204020203" pitchFamily="34" charset="0"/>
            </a:rPr>
            <a:t>LibreOffice</a:t>
          </a:r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FAD1F5EF-BFBC-4577-94BA-E0D9CB2D907B}" type="parTrans" cxnId="{09FF8772-DED5-4B94-BD0C-31FC6CB73B68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B83FB7BD-57E2-4CA6-92BA-39298A5049F8}" type="sibTrans" cxnId="{09FF8772-DED5-4B94-BD0C-31FC6CB73B68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23EE660E-87C5-446C-BE79-76C5AAF0B92D}">
      <dgm:prSet phldrT="[Текст]" phldr="0"/>
      <dgm:spPr/>
      <dgm:t>
        <a:bodyPr/>
        <a:lstStyle/>
        <a:p>
          <a:pPr>
            <a:defRPr b="1"/>
          </a:pPr>
          <a:r>
            <a:rPr lang="en-US" baseline="0" dirty="0">
              <a:latin typeface="Bahnschrift Light SemiCondensed" panose="020B0502040204020203" pitchFamily="34" charset="0"/>
            </a:rPr>
            <a:t>Google Workspace</a:t>
          </a:r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0B8FF80B-350E-4BAB-8D97-A940635DF81F}" type="parTrans" cxnId="{BBA21100-D909-4130-B958-C7B89F48AB8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58CBD758-20E1-4018-A623-8F0AED654865}" type="sibTrans" cxnId="{BBA21100-D909-4130-B958-C7B89F48AB8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426D4F46-6F0C-45C1-86D3-8EAC0FE5DA6B}">
      <dgm:prSet phldrT="[Текст]" phldr="0" custT="1"/>
      <dgm:spPr/>
      <dgm:t>
        <a:bodyPr/>
        <a:lstStyle/>
        <a:p>
          <a:r>
            <a:rPr lang="ru-RU" sz="1200" baseline="0" dirty="0">
              <a:latin typeface="Bahnschrift Light SemiCondensed" panose="020B0502040204020203" pitchFamily="34" charset="0"/>
            </a:rPr>
            <a:t>Только подписка</a:t>
          </a:r>
        </a:p>
      </dgm:t>
    </dgm:pt>
    <dgm:pt modelId="{2B7947C4-E98D-4588-8D49-07C0FFF837CD}" type="parTrans" cxnId="{E991D4ED-ECE8-4A17-B6FB-58B48790693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2FE9BF9C-E5B0-4B78-A52C-E816D4CA6C7E}" type="sibTrans" cxnId="{E991D4ED-ECE8-4A17-B6FB-58B48790693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A215DF3D-4C6B-4E8C-B09A-FB0F378F5930}">
      <dgm:prSet phldrT="[Текст]" phldr="0" custT="1"/>
      <dgm:spPr/>
      <dgm:t>
        <a:bodyPr/>
        <a:lstStyle/>
        <a:p>
          <a:r>
            <a:rPr lang="ru-RU" sz="1200" baseline="0" dirty="0">
              <a:latin typeface="Bahnschrift Light SemiCondensed" panose="020B0502040204020203" pitchFamily="34" charset="0"/>
            </a:rPr>
            <a:t>Сбор и передача данных</a:t>
          </a:r>
        </a:p>
      </dgm:t>
    </dgm:pt>
    <dgm:pt modelId="{832CCEA9-52FE-43D6-A4F0-D7CC50AD48D5}" type="parTrans" cxnId="{8FE2BAB5-7FDF-45EE-BFF6-8DABE6C1CDF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0472B757-FC13-4CC3-9390-4747467B8580}" type="sibTrans" cxnId="{8FE2BAB5-7FDF-45EE-BFF6-8DABE6C1CDF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EE619043-C5D2-4CAA-8E02-CD824054B05C}">
      <dgm:prSet phldrT="[Текст]" phldr="0" custT="1"/>
      <dgm:spPr/>
      <dgm:t>
        <a:bodyPr/>
        <a:lstStyle/>
        <a:p>
          <a:r>
            <a:rPr lang="ru-RU" sz="1200" baseline="0" dirty="0">
              <a:latin typeface="Bahnschrift Light SemiCondensed" panose="020B0502040204020203" pitchFamily="34" charset="0"/>
            </a:rPr>
            <a:t>Высокие системные требования</a:t>
          </a:r>
        </a:p>
      </dgm:t>
    </dgm:pt>
    <dgm:pt modelId="{D0EE5C34-DB60-4B20-9590-710C2C328043}" type="parTrans" cxnId="{8418B0AA-1BA9-4FC3-87F6-13929F216DA9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E9F32EA5-9D66-488A-92D0-E329CCA23104}" type="sibTrans" cxnId="{8418B0AA-1BA9-4FC3-87F6-13929F216DA9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2DC262CC-44A1-4FE8-BFE8-8068DFA7E41E}">
      <dgm:prSet phldrT="[Текст]" phldr="0" custT="1"/>
      <dgm:spPr/>
      <dgm:t>
        <a:bodyPr/>
        <a:lstStyle/>
        <a:p>
          <a:r>
            <a:rPr lang="ru-RU" sz="1200" baseline="0" dirty="0">
              <a:latin typeface="Bahnschrift Light SemiCondensed" panose="020B0502040204020203" pitchFamily="34" charset="0"/>
            </a:rPr>
            <a:t>Меньше функций, чем в </a:t>
          </a:r>
          <a:r>
            <a:rPr lang="en-US" sz="1200" baseline="0" dirty="0">
              <a:latin typeface="Bahnschrift Light SemiCondensed" panose="020B0502040204020203" pitchFamily="34" charset="0"/>
            </a:rPr>
            <a:t>MS Office</a:t>
          </a:r>
          <a:endParaRPr lang="ru-RU" sz="1200" baseline="0" dirty="0">
            <a:latin typeface="Bahnschrift Light SemiCondensed" panose="020B0502040204020203" pitchFamily="34" charset="0"/>
          </a:endParaRPr>
        </a:p>
      </dgm:t>
    </dgm:pt>
    <dgm:pt modelId="{D618805C-E75A-4CBD-AEE9-5C452E5F610B}" type="parTrans" cxnId="{29D4D42B-90CF-47DF-ABB4-415B47609E9E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F129146-9E7C-429E-9398-0D716E8C43D6}" type="sibTrans" cxnId="{29D4D42B-90CF-47DF-ABB4-415B47609E9E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339A0F5F-CE8B-419F-8182-ABE63385C393}">
      <dgm:prSet phldrT="[Текст]" phldr="0" custT="1"/>
      <dgm:spPr/>
      <dgm:t>
        <a:bodyPr/>
        <a:lstStyle/>
        <a:p>
          <a:r>
            <a:rPr lang="ru-RU" sz="1200" baseline="0" dirty="0">
              <a:latin typeface="Bahnschrift Light SemiCondensed" panose="020B0502040204020203" pitchFamily="34" charset="0"/>
            </a:rPr>
            <a:t>Устаревший интерфейс</a:t>
          </a:r>
        </a:p>
      </dgm:t>
    </dgm:pt>
    <dgm:pt modelId="{7792CB61-8E73-41D2-A5E8-4DA1016AA830}" type="parTrans" cxnId="{ACC6C81F-8F8F-43E5-BAE4-3528926A4C2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96D6561-1BC1-467E-8AB2-87E0F25C93BC}" type="sibTrans" cxnId="{ACC6C81F-8F8F-43E5-BAE4-3528926A4C2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D736661B-B735-4BE6-99D8-24CE9611490A}">
      <dgm:prSet phldrT="[Текст]" phldr="0" custT="1"/>
      <dgm:spPr/>
      <dgm:t>
        <a:bodyPr/>
        <a:lstStyle/>
        <a:p>
          <a:r>
            <a:rPr lang="ru-RU" sz="1200" baseline="0" dirty="0">
              <a:latin typeface="Bahnschrift Light SemiCondensed" panose="020B0502040204020203" pitchFamily="34" charset="0"/>
            </a:rPr>
            <a:t>Проблемы с совместимостью сложных макросов</a:t>
          </a:r>
        </a:p>
      </dgm:t>
    </dgm:pt>
    <dgm:pt modelId="{5BA3226F-43F1-473F-BEA1-3B977E469821}" type="parTrans" cxnId="{69ED8CF5-FAAE-4288-B0BA-E2085F762F7A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F218EE5C-5504-47EC-90C8-EDD573355FFF}" type="sibTrans" cxnId="{69ED8CF5-FAAE-4288-B0BA-E2085F762F7A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D3F91AE3-BB98-4BA6-BC29-3E54D305D2B7}">
      <dgm:prSet phldrT="[Текст]" phldr="0" custT="1"/>
      <dgm:spPr/>
      <dgm:t>
        <a:bodyPr/>
        <a:lstStyle/>
        <a:p>
          <a:r>
            <a:rPr lang="ru-RU" sz="1200" baseline="0" dirty="0">
              <a:latin typeface="Bahnschrift Light SemiCondensed" panose="020B0502040204020203" pitchFamily="34" charset="0"/>
            </a:rPr>
            <a:t>Требует интернет</a:t>
          </a:r>
        </a:p>
      </dgm:t>
    </dgm:pt>
    <dgm:pt modelId="{98789F66-248F-412B-B81E-E333414A19C8}" type="parTrans" cxnId="{38E8CC0C-E48B-482A-A221-FCBDE194319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E4A42EB8-B335-4874-AC89-2DC261C30C03}" type="sibTrans" cxnId="{38E8CC0C-E48B-482A-A221-FCBDE194319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011657D2-E19B-46F3-B455-4A03872B82DA}">
      <dgm:prSet phldrT="[Текст]" phldr="0" custT="1"/>
      <dgm:spPr/>
      <dgm:t>
        <a:bodyPr/>
        <a:lstStyle/>
        <a:p>
          <a:r>
            <a:rPr lang="ru-RU" sz="1200" baseline="0" dirty="0">
              <a:latin typeface="Bahnschrift Light SemiCondensed" panose="020B0502040204020203" pitchFamily="34" charset="0"/>
            </a:rPr>
            <a:t>Отсутствие десктопных приложений</a:t>
          </a:r>
        </a:p>
        <a:p>
          <a:r>
            <a:rPr lang="ru-RU" sz="1200" baseline="0" dirty="0">
              <a:latin typeface="Bahnschrift Light SemiCondensed" panose="020B0502040204020203" pitchFamily="34" charset="0"/>
            </a:rPr>
            <a:t>Слабая поддержка офлайн-режима</a:t>
          </a:r>
        </a:p>
      </dgm:t>
    </dgm:pt>
    <dgm:pt modelId="{A860375B-C749-43F1-8123-44D7126B890C}" type="parTrans" cxnId="{EC2030EF-3FD7-43FC-B208-C87BAA18D6E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B35AA7C2-E09D-4A79-ABC8-2F6637BD94F3}" type="sibTrans" cxnId="{EC2030EF-3FD7-43FC-B208-C87BAA18D6E4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B3F9911E-D0F7-459B-B1F1-3442A433414B}">
      <dgm:prSet phldrT="[Текст]" phldr="0" custT="1"/>
      <dgm:spPr/>
      <dgm:t>
        <a:bodyPr/>
        <a:lstStyle/>
        <a:p>
          <a:r>
            <a:rPr lang="ru-RU" sz="1200" baseline="0" dirty="0">
              <a:latin typeface="Bahnschrift Light SemiCondensed" panose="020B0502040204020203" pitchFamily="34" charset="0"/>
            </a:rPr>
            <a:t>Высокая стоимость лицензии для крупных организаций</a:t>
          </a:r>
        </a:p>
        <a:p>
          <a:r>
            <a:rPr lang="ru-RU" sz="1200" baseline="0" dirty="0">
              <a:latin typeface="Bahnschrift Light SemiCondensed" panose="020B0502040204020203" pitchFamily="34" charset="0"/>
            </a:rPr>
            <a:t>Проблемы с отображением форматирования при импорте из </a:t>
          </a:r>
          <a:r>
            <a:rPr lang="en-US" sz="1200" baseline="0" dirty="0">
              <a:latin typeface="Bahnschrift Light SemiCondensed" panose="020B0502040204020203" pitchFamily="34" charset="0"/>
            </a:rPr>
            <a:t>MS Office</a:t>
          </a:r>
        </a:p>
        <a:p>
          <a:r>
            <a:rPr lang="ru-RU" sz="1200" baseline="0" dirty="0">
              <a:latin typeface="Bahnschrift Light SemiCondensed" panose="020B0502040204020203" pitchFamily="34" charset="0"/>
            </a:rPr>
            <a:t>Меньшая гибкость лицензионной политики</a:t>
          </a:r>
        </a:p>
      </dgm:t>
    </dgm:pt>
    <dgm:pt modelId="{CF87D0F7-4889-4FDA-A199-E10FC8966355}" type="parTrans" cxnId="{26F46E96-2463-4261-A8D1-9A37BC8C268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26B8702-B44E-4EC0-940C-4E64EB813FBA}" type="sibTrans" cxnId="{26F46E96-2463-4261-A8D1-9A37BC8C268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1485BB20-67AA-4584-AC69-1C0E07567AB7}" type="pres">
      <dgm:prSet presAssocID="{045513B3-38F9-4C85-B4ED-03D011290F34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E1417C7-2873-4D8E-8350-6DDD2A181EFE}" type="pres">
      <dgm:prSet presAssocID="{591AD1B2-AF87-4D67-9E0F-88082FD86160}" presName="compNode" presStyleCnt="0"/>
      <dgm:spPr/>
    </dgm:pt>
    <dgm:pt modelId="{6D76A795-2DA3-4C33-87B1-F4EDA5FCA819}" type="pres">
      <dgm:prSet presAssocID="{591AD1B2-AF87-4D67-9E0F-88082FD86160}" presName="accentLine" presStyleLbl="dkBgShp" presStyleIdx="0" presStyleCnt="5"/>
      <dgm:spPr>
        <a:solidFill>
          <a:srgbClr val="00B0F0"/>
        </a:solidFill>
        <a:ln>
          <a:noFill/>
        </a:ln>
        <a:effectLst/>
      </dgm:spPr>
    </dgm:pt>
    <dgm:pt modelId="{18C6B989-BE2C-45B1-BECE-83F3A484FE39}" type="pres">
      <dgm:prSet presAssocID="{591AD1B2-AF87-4D67-9E0F-88082FD86160}" presName="titleText" presStyleLbl="revTx" presStyleIdx="0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937B78BE-8A5A-4EEE-B874-229D8EB4945B}" type="pres">
      <dgm:prSet presAssocID="{591AD1B2-AF87-4D67-9E0F-88082FD86160}" presName="bodyText" presStyleLbl="revTx" presStyleIdx="1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58AC0998-D68B-4C25-994D-A1B1ACDFE569}" type="pres">
      <dgm:prSet presAssocID="{3D8200C3-C281-4D16-B902-5389E6C0A2E9}" presName="sibTrans" presStyleCnt="0"/>
      <dgm:spPr/>
    </dgm:pt>
    <dgm:pt modelId="{BED4F5D8-A6A6-4521-914B-0AF6959353BD}" type="pres">
      <dgm:prSet presAssocID="{B7BC782B-F4F3-4682-8F94-738A58DBC117}" presName="compNode" presStyleCnt="0"/>
      <dgm:spPr/>
    </dgm:pt>
    <dgm:pt modelId="{AEBFFD21-D5AF-4FEF-89C9-0E20064CCE6A}" type="pres">
      <dgm:prSet presAssocID="{B7BC782B-F4F3-4682-8F94-738A58DBC117}" presName="accentLine" presStyleLbl="dkBgShp" presStyleIdx="1" presStyleCnt="5"/>
      <dgm:spPr>
        <a:solidFill>
          <a:srgbClr val="18A303"/>
        </a:solidFill>
        <a:ln>
          <a:noFill/>
        </a:ln>
        <a:effectLst/>
      </dgm:spPr>
    </dgm:pt>
    <dgm:pt modelId="{D0CA3FD9-4C42-4FB8-9538-92D4FAFE29DC}" type="pres">
      <dgm:prSet presAssocID="{B7BC782B-F4F3-4682-8F94-738A58DBC117}" presName="titleText" presStyleLbl="revTx" presStyleIdx="2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0FD75D81-ACF7-46D3-8667-958AAE7C2A8C}" type="pres">
      <dgm:prSet presAssocID="{B7BC782B-F4F3-4682-8F94-738A58DBC117}" presName="bodyText" presStyleLbl="revTx" presStyleIdx="3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002E91E0-3AEA-48A5-AC6E-A3423B8527ED}" type="pres">
      <dgm:prSet presAssocID="{B83FB7BD-57E2-4CA6-92BA-39298A5049F8}" presName="sibTrans" presStyleCnt="0"/>
      <dgm:spPr/>
    </dgm:pt>
    <dgm:pt modelId="{07BECF65-79D9-4FEF-8938-40E36A28F3C9}" type="pres">
      <dgm:prSet presAssocID="{23EE660E-87C5-446C-BE79-76C5AAF0B92D}" presName="compNode" presStyleCnt="0"/>
      <dgm:spPr/>
    </dgm:pt>
    <dgm:pt modelId="{1462F64B-C5E6-4881-81F5-2519F69A1F1C}" type="pres">
      <dgm:prSet presAssocID="{23EE660E-87C5-446C-BE79-76C5AAF0B92D}" presName="accentLine" presStyleLbl="dkBgShp" presStyleIdx="2" presStyleCnt="5"/>
      <dgm:spPr>
        <a:solidFill>
          <a:srgbClr val="E41C1C"/>
        </a:solidFill>
        <a:ln>
          <a:noFill/>
        </a:ln>
        <a:effectLst/>
      </dgm:spPr>
    </dgm:pt>
    <dgm:pt modelId="{0B6C396E-2EC7-4293-BDFB-F2643C3DCF33}" type="pres">
      <dgm:prSet presAssocID="{23EE660E-87C5-446C-BE79-76C5AAF0B92D}" presName="titleText" presStyleLbl="revTx" presStyleIdx="4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185C5523-0B26-4F67-9707-6314796CF61D}" type="pres">
      <dgm:prSet presAssocID="{23EE660E-87C5-446C-BE79-76C5AAF0B92D}" presName="bodyText" presStyleLbl="revTx" presStyleIdx="5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47C025CD-6E78-4451-8C93-E226A0E3854C}" type="pres">
      <dgm:prSet presAssocID="{58CBD758-20E1-4018-A623-8F0AED654865}" presName="sibTrans" presStyleCnt="0"/>
      <dgm:spPr/>
    </dgm:pt>
    <dgm:pt modelId="{2DA22538-4FFE-4D37-94E7-66ACD8AA43ED}" type="pres">
      <dgm:prSet presAssocID="{E57D64AC-9EAE-4DE0-94E2-68F77BE18803}" presName="compNode" presStyleCnt="0"/>
      <dgm:spPr/>
    </dgm:pt>
    <dgm:pt modelId="{8FE0601A-C8CD-47CA-9E4A-C48E6BB0438F}" type="pres">
      <dgm:prSet presAssocID="{E57D64AC-9EAE-4DE0-94E2-68F77BE18803}" presName="accentLine" presStyleLbl="dkBgShp" presStyleIdx="3" presStyleCnt="5"/>
      <dgm:spPr>
        <a:solidFill>
          <a:srgbClr val="00DAB8"/>
        </a:solidFill>
        <a:ln>
          <a:noFill/>
        </a:ln>
        <a:effectLst/>
      </dgm:spPr>
    </dgm:pt>
    <dgm:pt modelId="{D76463D4-5727-4084-86B6-571E2997C630}" type="pres">
      <dgm:prSet presAssocID="{E57D64AC-9EAE-4DE0-94E2-68F77BE18803}" presName="titleText" presStyleLbl="revTx" presStyleIdx="6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B65D0457-DCCB-40A2-B209-7DE558AC7D73}" type="pres">
      <dgm:prSet presAssocID="{E57D64AC-9EAE-4DE0-94E2-68F77BE18803}" presName="bodyText" presStyleLbl="revTx" presStyleIdx="7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16084B7C-348E-4ABB-824B-B8A0BC147047}" type="pres">
      <dgm:prSet presAssocID="{7B9CF4E9-C2CA-41EF-9987-F274E98FFE0B}" presName="sibTrans" presStyleCnt="0"/>
      <dgm:spPr/>
    </dgm:pt>
    <dgm:pt modelId="{0BD6A0D8-9795-426D-B426-0D65D3B0D177}" type="pres">
      <dgm:prSet presAssocID="{4C3F9821-4A2C-4434-94A9-1C63035B7B80}" presName="compNode" presStyleCnt="0"/>
      <dgm:spPr/>
    </dgm:pt>
    <dgm:pt modelId="{36F247A6-AFCC-4D61-A9EF-66FE0D42AA76}" type="pres">
      <dgm:prSet presAssocID="{4C3F9821-4A2C-4434-94A9-1C63035B7B80}" presName="accentLine" presStyleLbl="dkBgShp" presStyleIdx="4" presStyleCnt="5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D73595F9-1432-496E-BBE5-E3B42EB983B2}" type="pres">
      <dgm:prSet presAssocID="{4C3F9821-4A2C-4434-94A9-1C63035B7B80}" presName="titleText" presStyleLbl="revTx" presStyleIdx="8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3BA53C82-D0AE-4059-940E-981D4F4CB28E}" type="pres">
      <dgm:prSet presAssocID="{4C3F9821-4A2C-4434-94A9-1C63035B7B80}" presName="bodyText" presStyleLbl="revTx" presStyleIdx="9" presStyleCnt="10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</dgm:ptLst>
  <dgm:cxnLst>
    <dgm:cxn modelId="{B4CA4AC9-7FBC-4F34-821C-B44204FC697B}" type="presOf" srcId="{B3F9911E-D0F7-459B-B1F1-3442A433414B}" destId="{B65D0457-DCCB-40A2-B209-7DE558AC7D73}" srcOrd="0" destOrd="0" presId="urn:microsoft.com/office/officeart/2026/layout/TextCardShortLine"/>
    <dgm:cxn modelId="{17F261DF-6E1F-48E6-8FE1-136BB982E2F3}" type="presOf" srcId="{045513B3-38F9-4C85-B4ED-03D011290F34}" destId="{1485BB20-67AA-4584-AC69-1C0E07567AB7}" srcOrd="0" destOrd="0" presId="urn:microsoft.com/office/officeart/2026/layout/TextCardShortLine"/>
    <dgm:cxn modelId="{F97936C5-415C-43F3-814F-C754B2BD7601}" srcId="{045513B3-38F9-4C85-B4ED-03D011290F34}" destId="{4C3F9821-4A2C-4434-94A9-1C63035B7B80}" srcOrd="4" destOrd="0" parTransId="{6971B2CA-1366-4C46-8E91-2DE15620F592}" sibTransId="{62A8A825-E66C-4D5A-8227-8645AC3E8699}"/>
    <dgm:cxn modelId="{3FCCA605-6BB6-42AA-972F-58C12179CDA8}" srcId="{4C3F9821-4A2C-4434-94A9-1C63035B7B80}" destId="{5993E0FC-038B-463E-8F97-3D43672D2600}" srcOrd="0" destOrd="0" parTransId="{72C2716F-8E59-4AD9-854D-DF67BD4E930B}" sibTransId="{26FB124A-4D39-4C49-81AF-B4273BDC1D06}"/>
    <dgm:cxn modelId="{396AFD03-902F-4784-BF0D-B81A750822CC}" type="presOf" srcId="{011657D2-E19B-46F3-B455-4A03872B82DA}" destId="{185C5523-0B26-4F67-9707-6314796CF61D}" srcOrd="0" destOrd="1" presId="urn:microsoft.com/office/officeart/2026/layout/TextCardShortLine"/>
    <dgm:cxn modelId="{7A3890FF-7EF2-4340-B217-705AF8B07626}" type="presOf" srcId="{A215DF3D-4C6B-4E8C-B09A-FB0F378F5930}" destId="{937B78BE-8A5A-4EEE-B874-229D8EB4945B}" srcOrd="0" destOrd="2" presId="urn:microsoft.com/office/officeart/2026/layout/TextCardShortLine"/>
    <dgm:cxn modelId="{BBA21100-D909-4130-B958-C7B89F48AB84}" srcId="{045513B3-38F9-4C85-B4ED-03D011290F34}" destId="{23EE660E-87C5-446C-BE79-76C5AAF0B92D}" srcOrd="2" destOrd="0" parTransId="{0B8FF80B-350E-4BAB-8D97-A940635DF81F}" sibTransId="{58CBD758-20E1-4018-A623-8F0AED654865}"/>
    <dgm:cxn modelId="{7829F84A-26B3-4FD2-BAF7-C7EB76CB2B3D}" srcId="{045513B3-38F9-4C85-B4ED-03D011290F34}" destId="{E57D64AC-9EAE-4DE0-94E2-68F77BE18803}" srcOrd="3" destOrd="0" parTransId="{A7CC3754-92A5-4F47-B0DD-2CD79200572E}" sibTransId="{7B9CF4E9-C2CA-41EF-9987-F274E98FFE0B}"/>
    <dgm:cxn modelId="{021F8C35-7074-4123-B70C-547515255603}" type="presOf" srcId="{5993E0FC-038B-463E-8F97-3D43672D2600}" destId="{3BA53C82-D0AE-4059-940E-981D4F4CB28E}" srcOrd="0" destOrd="0" presId="urn:microsoft.com/office/officeart/2026/layout/TextCardShortLine"/>
    <dgm:cxn modelId="{8FE2BAB5-7FDF-45EE-BFF6-8DABE6C1CDF4}" srcId="{591AD1B2-AF87-4D67-9E0F-88082FD86160}" destId="{A215DF3D-4C6B-4E8C-B09A-FB0F378F5930}" srcOrd="2" destOrd="0" parTransId="{832CCEA9-52FE-43D6-A4F0-D7CC50AD48D5}" sibTransId="{0472B757-FC13-4CC3-9390-4747467B8580}"/>
    <dgm:cxn modelId="{10F6CE26-19A3-4D74-9CE3-46500566419E}" type="presOf" srcId="{4C3F9821-4A2C-4434-94A9-1C63035B7B80}" destId="{D73595F9-1432-496E-BBE5-E3B42EB983B2}" srcOrd="0" destOrd="0" presId="urn:microsoft.com/office/officeart/2026/layout/TextCardShortLine"/>
    <dgm:cxn modelId="{23F01791-BD1A-44DF-B039-0B6F50EDC3E1}" type="presOf" srcId="{D736661B-B735-4BE6-99D8-24CE9611490A}" destId="{0FD75D81-ACF7-46D3-8667-958AAE7C2A8C}" srcOrd="0" destOrd="2" presId="urn:microsoft.com/office/officeart/2026/layout/TextCardShortLine"/>
    <dgm:cxn modelId="{8A5B7890-D374-4C16-87E0-3C1C23BBF1D2}" srcId="{045513B3-38F9-4C85-B4ED-03D011290F34}" destId="{591AD1B2-AF87-4D67-9E0F-88082FD86160}" srcOrd="0" destOrd="0" parTransId="{E2CD8FF9-8A86-4C4D-9DFB-BD2931B80909}" sibTransId="{3D8200C3-C281-4D16-B902-5389E6C0A2E9}"/>
    <dgm:cxn modelId="{6B14AA00-1A12-4516-802F-04675245D73B}" type="presOf" srcId="{426D4F46-6F0C-45C1-86D3-8EAC0FE5DA6B}" destId="{937B78BE-8A5A-4EEE-B874-229D8EB4945B}" srcOrd="0" destOrd="1" presId="urn:microsoft.com/office/officeart/2026/layout/TextCardShortLine"/>
    <dgm:cxn modelId="{4BEE32FE-F4B7-4997-9070-1B7A7CCB8ACF}" type="presOf" srcId="{79554F42-87BF-49E0-AAC6-260BFFF07429}" destId="{937B78BE-8A5A-4EEE-B874-229D8EB4945B}" srcOrd="0" destOrd="0" presId="urn:microsoft.com/office/officeart/2026/layout/TextCardShortLine"/>
    <dgm:cxn modelId="{29D4D42B-90CF-47DF-ABB4-415B47609E9E}" srcId="{B7BC782B-F4F3-4682-8F94-738A58DBC117}" destId="{2DC262CC-44A1-4FE8-BFE8-8068DFA7E41E}" srcOrd="0" destOrd="0" parTransId="{D618805C-E75A-4CBD-AEE9-5C452E5F610B}" sibTransId="{6F129146-9E7C-429E-9398-0D716E8C43D6}"/>
    <dgm:cxn modelId="{69ED8CF5-FAAE-4288-B0BA-E2085F762F7A}" srcId="{B7BC782B-F4F3-4682-8F94-738A58DBC117}" destId="{D736661B-B735-4BE6-99D8-24CE9611490A}" srcOrd="2" destOrd="0" parTransId="{5BA3226F-43F1-473F-BEA1-3B977E469821}" sibTransId="{F218EE5C-5504-47EC-90C8-EDD573355FFF}"/>
    <dgm:cxn modelId="{69D78E81-1564-4038-8F6C-B6C3796BEA43}" type="presOf" srcId="{D3F91AE3-BB98-4BA6-BC29-3E54D305D2B7}" destId="{185C5523-0B26-4F67-9707-6314796CF61D}" srcOrd="0" destOrd="0" presId="urn:microsoft.com/office/officeart/2026/layout/TextCardShortLine"/>
    <dgm:cxn modelId="{8418B0AA-1BA9-4FC3-87F6-13929F216DA9}" srcId="{591AD1B2-AF87-4D67-9E0F-88082FD86160}" destId="{EE619043-C5D2-4CAA-8E02-CD824054B05C}" srcOrd="3" destOrd="0" parTransId="{D0EE5C34-DB60-4B20-9590-710C2C328043}" sibTransId="{E9F32EA5-9D66-488A-92D0-E329CCA23104}"/>
    <dgm:cxn modelId="{09BAD2E2-AA8D-4627-93B4-5ADF575A893C}" type="presOf" srcId="{591AD1B2-AF87-4D67-9E0F-88082FD86160}" destId="{18C6B989-BE2C-45B1-BECE-83F3A484FE39}" srcOrd="0" destOrd="0" presId="urn:microsoft.com/office/officeart/2026/layout/TextCardShortLine"/>
    <dgm:cxn modelId="{69B76C10-C579-44C9-BE4C-337CDFFA6144}" type="presOf" srcId="{B7BC782B-F4F3-4682-8F94-738A58DBC117}" destId="{D0CA3FD9-4C42-4FB8-9538-92D4FAFE29DC}" srcOrd="0" destOrd="0" presId="urn:microsoft.com/office/officeart/2026/layout/TextCardShortLine"/>
    <dgm:cxn modelId="{EC2030EF-3FD7-43FC-B208-C87BAA18D6E4}" srcId="{23EE660E-87C5-446C-BE79-76C5AAF0B92D}" destId="{011657D2-E19B-46F3-B455-4A03872B82DA}" srcOrd="1" destOrd="0" parTransId="{A860375B-C749-43F1-8123-44D7126B890C}" sibTransId="{B35AA7C2-E09D-4A79-ABC8-2F6637BD94F3}"/>
    <dgm:cxn modelId="{09FF8772-DED5-4B94-BD0C-31FC6CB73B68}" srcId="{045513B3-38F9-4C85-B4ED-03D011290F34}" destId="{B7BC782B-F4F3-4682-8F94-738A58DBC117}" srcOrd="1" destOrd="0" parTransId="{FAD1F5EF-BFBC-4577-94BA-E0D9CB2D907B}" sibTransId="{B83FB7BD-57E2-4CA6-92BA-39298A5049F8}"/>
    <dgm:cxn modelId="{05402859-0CF3-4507-95DA-B5F54258CF50}" type="presOf" srcId="{EE619043-C5D2-4CAA-8E02-CD824054B05C}" destId="{937B78BE-8A5A-4EEE-B874-229D8EB4945B}" srcOrd="0" destOrd="3" presId="urn:microsoft.com/office/officeart/2026/layout/TextCardShortLine"/>
    <dgm:cxn modelId="{E991D4ED-ECE8-4A17-B6FB-58B487906934}" srcId="{591AD1B2-AF87-4D67-9E0F-88082FD86160}" destId="{426D4F46-6F0C-45C1-86D3-8EAC0FE5DA6B}" srcOrd="1" destOrd="0" parTransId="{2B7947C4-E98D-4588-8D49-07C0FFF837CD}" sibTransId="{2FE9BF9C-E5B0-4B78-A52C-E816D4CA6C7E}"/>
    <dgm:cxn modelId="{B4223B04-DDD8-4376-B74F-283ADADD815D}" type="presOf" srcId="{339A0F5F-CE8B-419F-8182-ABE63385C393}" destId="{0FD75D81-ACF7-46D3-8667-958AAE7C2A8C}" srcOrd="0" destOrd="1" presId="urn:microsoft.com/office/officeart/2026/layout/TextCardShortLine"/>
    <dgm:cxn modelId="{ACC6C81F-8F8F-43E5-BAE4-3528926A4C22}" srcId="{B7BC782B-F4F3-4682-8F94-738A58DBC117}" destId="{339A0F5F-CE8B-419F-8182-ABE63385C393}" srcOrd="1" destOrd="0" parTransId="{7792CB61-8E73-41D2-A5E8-4DA1016AA830}" sibTransId="{696D6561-1BC1-467E-8AB2-87E0F25C93BC}"/>
    <dgm:cxn modelId="{26F46E96-2463-4261-A8D1-9A37BC8C2682}" srcId="{E57D64AC-9EAE-4DE0-94E2-68F77BE18803}" destId="{B3F9911E-D0F7-459B-B1F1-3442A433414B}" srcOrd="0" destOrd="0" parTransId="{CF87D0F7-4889-4FDA-A199-E10FC8966355}" sibTransId="{626B8702-B44E-4EC0-940C-4E64EB813FBA}"/>
    <dgm:cxn modelId="{8A289FED-4FEA-4D9B-BF33-7082C2439445}" type="presOf" srcId="{23EE660E-87C5-446C-BE79-76C5AAF0B92D}" destId="{0B6C396E-2EC7-4293-BDFB-F2643C3DCF33}" srcOrd="0" destOrd="0" presId="urn:microsoft.com/office/officeart/2026/layout/TextCardShortLine"/>
    <dgm:cxn modelId="{7E7B7CA6-5732-49CD-91E0-D9D0738D87E2}" type="presOf" srcId="{2DC262CC-44A1-4FE8-BFE8-8068DFA7E41E}" destId="{0FD75D81-ACF7-46D3-8667-958AAE7C2A8C}" srcOrd="0" destOrd="0" presId="urn:microsoft.com/office/officeart/2026/layout/TextCardShortLine"/>
    <dgm:cxn modelId="{54F14572-4147-4E80-AA90-8AE81A9C1E03}" srcId="{591AD1B2-AF87-4D67-9E0F-88082FD86160}" destId="{79554F42-87BF-49E0-AAC6-260BFFF07429}" srcOrd="0" destOrd="0" parTransId="{C433D1ED-A06E-4EB9-AAC6-094CAF0B7D80}" sibTransId="{1C24622D-939C-4564-8A09-580FAA7749B4}"/>
    <dgm:cxn modelId="{637EA580-B223-494A-81E8-26C753CA9623}" type="presOf" srcId="{E57D64AC-9EAE-4DE0-94E2-68F77BE18803}" destId="{D76463D4-5727-4084-86B6-571E2997C630}" srcOrd="0" destOrd="0" presId="urn:microsoft.com/office/officeart/2026/layout/TextCardShortLine"/>
    <dgm:cxn modelId="{38E8CC0C-E48B-482A-A221-FCBDE1943194}" srcId="{23EE660E-87C5-446C-BE79-76C5AAF0B92D}" destId="{D3F91AE3-BB98-4BA6-BC29-3E54D305D2B7}" srcOrd="0" destOrd="0" parTransId="{98789F66-248F-412B-B81E-E333414A19C8}" sibTransId="{E4A42EB8-B335-4874-AC89-2DC261C30C03}"/>
    <dgm:cxn modelId="{2DEBE167-B551-4335-B8B7-33713D471681}" type="presParOf" srcId="{1485BB20-67AA-4584-AC69-1C0E07567AB7}" destId="{9E1417C7-2873-4D8E-8350-6DDD2A181EFE}" srcOrd="0" destOrd="0" presId="urn:microsoft.com/office/officeart/2026/layout/TextCardShortLine"/>
    <dgm:cxn modelId="{C8DE061A-8DAD-4904-997F-A05E58B8AEAA}" type="presParOf" srcId="{9E1417C7-2873-4D8E-8350-6DDD2A181EFE}" destId="{6D76A795-2DA3-4C33-87B1-F4EDA5FCA819}" srcOrd="0" destOrd="0" presId="urn:microsoft.com/office/officeart/2026/layout/TextCardShortLine"/>
    <dgm:cxn modelId="{70509FB2-6433-47C7-A601-7FE9237C5546}" type="presParOf" srcId="{9E1417C7-2873-4D8E-8350-6DDD2A181EFE}" destId="{18C6B989-BE2C-45B1-BECE-83F3A484FE39}" srcOrd="1" destOrd="0" presId="urn:microsoft.com/office/officeart/2026/layout/TextCardShortLine"/>
    <dgm:cxn modelId="{82A44576-AFF8-4640-B128-3034DE8D0D80}" type="presParOf" srcId="{9E1417C7-2873-4D8E-8350-6DDD2A181EFE}" destId="{937B78BE-8A5A-4EEE-B874-229D8EB4945B}" srcOrd="2" destOrd="0" presId="urn:microsoft.com/office/officeart/2026/layout/TextCardShortLine"/>
    <dgm:cxn modelId="{CCAA5B04-A551-4BEE-A910-129CAD4437D8}" type="presParOf" srcId="{1485BB20-67AA-4584-AC69-1C0E07567AB7}" destId="{58AC0998-D68B-4C25-994D-A1B1ACDFE569}" srcOrd="1" destOrd="0" presId="urn:microsoft.com/office/officeart/2026/layout/TextCardShortLine"/>
    <dgm:cxn modelId="{6C6FE011-863A-47D6-B388-902C249B3EFD}" type="presParOf" srcId="{1485BB20-67AA-4584-AC69-1C0E07567AB7}" destId="{BED4F5D8-A6A6-4521-914B-0AF6959353BD}" srcOrd="2" destOrd="0" presId="urn:microsoft.com/office/officeart/2026/layout/TextCardShortLine"/>
    <dgm:cxn modelId="{1DFC2F5C-9C5A-4758-BA6D-546DBCBA5C9F}" type="presParOf" srcId="{BED4F5D8-A6A6-4521-914B-0AF6959353BD}" destId="{AEBFFD21-D5AF-4FEF-89C9-0E20064CCE6A}" srcOrd="0" destOrd="0" presId="urn:microsoft.com/office/officeart/2026/layout/TextCardShortLine"/>
    <dgm:cxn modelId="{80B644AF-B22E-4207-8531-CCE299679F84}" type="presParOf" srcId="{BED4F5D8-A6A6-4521-914B-0AF6959353BD}" destId="{D0CA3FD9-4C42-4FB8-9538-92D4FAFE29DC}" srcOrd="1" destOrd="0" presId="urn:microsoft.com/office/officeart/2026/layout/TextCardShortLine"/>
    <dgm:cxn modelId="{3AD11FCC-A114-4991-AF91-B71CBFF15BD8}" type="presParOf" srcId="{BED4F5D8-A6A6-4521-914B-0AF6959353BD}" destId="{0FD75D81-ACF7-46D3-8667-958AAE7C2A8C}" srcOrd="2" destOrd="0" presId="urn:microsoft.com/office/officeart/2026/layout/TextCardShortLine"/>
    <dgm:cxn modelId="{8DC60F9C-DBA6-404F-B7B1-485C6C512B76}" type="presParOf" srcId="{1485BB20-67AA-4584-AC69-1C0E07567AB7}" destId="{002E91E0-3AEA-48A5-AC6E-A3423B8527ED}" srcOrd="3" destOrd="0" presId="urn:microsoft.com/office/officeart/2026/layout/TextCardShortLine"/>
    <dgm:cxn modelId="{9FC8A087-4789-4A95-8BC4-6C41B433CEE5}" type="presParOf" srcId="{1485BB20-67AA-4584-AC69-1C0E07567AB7}" destId="{07BECF65-79D9-4FEF-8938-40E36A28F3C9}" srcOrd="4" destOrd="0" presId="urn:microsoft.com/office/officeart/2026/layout/TextCardShortLine"/>
    <dgm:cxn modelId="{BA9D9EBC-B4C9-443D-BE9E-21B1944CCEFD}" type="presParOf" srcId="{07BECF65-79D9-4FEF-8938-40E36A28F3C9}" destId="{1462F64B-C5E6-4881-81F5-2519F69A1F1C}" srcOrd="0" destOrd="0" presId="urn:microsoft.com/office/officeart/2026/layout/TextCardShortLine"/>
    <dgm:cxn modelId="{E2EADE34-B7C5-4AB2-8709-47E7FF82B37F}" type="presParOf" srcId="{07BECF65-79D9-4FEF-8938-40E36A28F3C9}" destId="{0B6C396E-2EC7-4293-BDFB-F2643C3DCF33}" srcOrd="1" destOrd="0" presId="urn:microsoft.com/office/officeart/2026/layout/TextCardShortLine"/>
    <dgm:cxn modelId="{1C827202-0115-467C-AABA-934800072207}" type="presParOf" srcId="{07BECF65-79D9-4FEF-8938-40E36A28F3C9}" destId="{185C5523-0B26-4F67-9707-6314796CF61D}" srcOrd="2" destOrd="0" presId="urn:microsoft.com/office/officeart/2026/layout/TextCardShortLine"/>
    <dgm:cxn modelId="{6114A432-91FB-40A7-8931-33ADBDF14E8B}" type="presParOf" srcId="{1485BB20-67AA-4584-AC69-1C0E07567AB7}" destId="{47C025CD-6E78-4451-8C93-E226A0E3854C}" srcOrd="5" destOrd="0" presId="urn:microsoft.com/office/officeart/2026/layout/TextCardShortLine"/>
    <dgm:cxn modelId="{28F5B1DC-5460-4208-AB7F-6691E8919B4C}" type="presParOf" srcId="{1485BB20-67AA-4584-AC69-1C0E07567AB7}" destId="{2DA22538-4FFE-4D37-94E7-66ACD8AA43ED}" srcOrd="6" destOrd="0" presId="urn:microsoft.com/office/officeart/2026/layout/TextCardShortLine"/>
    <dgm:cxn modelId="{C58B75F9-04E8-474E-84E9-E734B0AFD781}" type="presParOf" srcId="{2DA22538-4FFE-4D37-94E7-66ACD8AA43ED}" destId="{8FE0601A-C8CD-47CA-9E4A-C48E6BB0438F}" srcOrd="0" destOrd="0" presId="urn:microsoft.com/office/officeart/2026/layout/TextCardShortLine"/>
    <dgm:cxn modelId="{0461B15F-CA02-40F4-AD6E-316F70BBD039}" type="presParOf" srcId="{2DA22538-4FFE-4D37-94E7-66ACD8AA43ED}" destId="{D76463D4-5727-4084-86B6-571E2997C630}" srcOrd="1" destOrd="0" presId="urn:microsoft.com/office/officeart/2026/layout/TextCardShortLine"/>
    <dgm:cxn modelId="{7B51E646-B01F-4FE3-BB0D-CAAF24E9F81E}" type="presParOf" srcId="{2DA22538-4FFE-4D37-94E7-66ACD8AA43ED}" destId="{B65D0457-DCCB-40A2-B209-7DE558AC7D73}" srcOrd="2" destOrd="0" presId="urn:microsoft.com/office/officeart/2026/layout/TextCardShortLine"/>
    <dgm:cxn modelId="{287C9F79-D0CB-4053-B1A6-44C5ED17CB8C}" type="presParOf" srcId="{1485BB20-67AA-4584-AC69-1C0E07567AB7}" destId="{16084B7C-348E-4ABB-824B-B8A0BC147047}" srcOrd="7" destOrd="0" presId="urn:microsoft.com/office/officeart/2026/layout/TextCardShortLine"/>
    <dgm:cxn modelId="{FDCDB129-82B6-43FE-802B-A1C0C37421E2}" type="presParOf" srcId="{1485BB20-67AA-4584-AC69-1C0E07567AB7}" destId="{0BD6A0D8-9795-426D-B426-0D65D3B0D177}" srcOrd="8" destOrd="0" presId="urn:microsoft.com/office/officeart/2026/layout/TextCardShortLine"/>
    <dgm:cxn modelId="{8489BD23-BB7D-43D2-9344-B610B7A5DDF8}" type="presParOf" srcId="{0BD6A0D8-9795-426D-B426-0D65D3B0D177}" destId="{36F247A6-AFCC-4D61-A9EF-66FE0D42AA76}" srcOrd="0" destOrd="0" presId="urn:microsoft.com/office/officeart/2026/layout/TextCardShortLine"/>
    <dgm:cxn modelId="{59C63AE4-B7CE-49A5-B16D-0F9F4DCB85C6}" type="presParOf" srcId="{0BD6A0D8-9795-426D-B426-0D65D3B0D177}" destId="{D73595F9-1432-496E-BBE5-E3B42EB983B2}" srcOrd="1" destOrd="0" presId="urn:microsoft.com/office/officeart/2026/layout/TextCardShortLine"/>
    <dgm:cxn modelId="{2E618AC7-EBDD-4A5F-A9AB-3B44B21946D0}" type="presParOf" srcId="{0BD6A0D8-9795-426D-B426-0D65D3B0D177}" destId="{3BA53C82-D0AE-4059-940E-981D4F4CB28E}" srcOrd="2" destOrd="0" presId="urn:microsoft.com/office/officeart/2026/layout/TextCardShortLine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75CD55C-7D5D-4AB4-9779-3180BE5BEAFC}" type="doc">
      <dgm:prSet loTypeId="urn:microsoft.com/office/officeart/2026/layout/TextCardSideLineIcon" loCatId="textcard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ru-RU"/>
        </a:p>
      </dgm:t>
    </dgm:pt>
    <dgm:pt modelId="{AB5F08BA-57E0-4376-8317-79342A866487}">
      <dgm:prSet phldrT="Title" phldr="0"/>
      <dgm:spPr/>
      <dgm:t>
        <a:bodyPr/>
        <a:lstStyle/>
        <a:p>
          <a:pPr>
            <a:defRPr b="1"/>
          </a:pPr>
          <a:r>
            <a:rPr lang="ru-RU" baseline="0" dirty="0">
              <a:latin typeface="Bahnschrift Light SemiCondensed" panose="020B0502040204020203" pitchFamily="34" charset="0"/>
            </a:rPr>
            <a:t>Для дома</a:t>
          </a:r>
        </a:p>
      </dgm:t>
    </dgm:pt>
    <dgm:pt modelId="{D0115138-4501-4C61-B2FB-9ADD4EC59663}" type="parTrans" cxnId="{DE515887-2F06-484C-B297-7A4599CE9B01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84EA763-E1DA-49D6-BBED-F6D33BA07225}" type="sibTrans" cxnId="{DE515887-2F06-484C-B297-7A4599CE9B01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AE3DAF85-826A-4089-AFCE-3A1F2E299F13}">
      <dgm:prSet phldrT="Description" phldr="0"/>
      <dgm:spPr/>
      <dgm:t>
        <a:bodyPr/>
        <a:lstStyle/>
        <a:p>
          <a:pPr>
            <a:buNone/>
          </a:pPr>
          <a:r>
            <a:rPr lang="en-US" b="1" baseline="0" dirty="0">
              <a:latin typeface="Bahnschrift Light SemiCondensed" panose="020B0502040204020203" pitchFamily="34" charset="0"/>
            </a:rPr>
            <a:t>LibreOffice</a:t>
          </a:r>
          <a:endParaRPr lang="ru-RU" b="1" baseline="0" dirty="0">
            <a:latin typeface="Bahnschrift Light SemiCondensed" panose="020B0502040204020203" pitchFamily="34" charset="0"/>
          </a:endParaRPr>
        </a:p>
      </dgm:t>
    </dgm:pt>
    <dgm:pt modelId="{9E1E7E5C-E9E7-4251-95D8-885D1956E107}" type="parTrans" cxnId="{1BB5B2E1-267E-4348-AFF6-263477BF4780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D844F6CE-DA56-4D51-B881-B008E609B27F}" type="sibTrans" cxnId="{1BB5B2E1-267E-4348-AFF6-263477BF4780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E34BE09F-0899-4EAC-82F6-A29A642D9431}">
      <dgm:prSet phldrT="Title" phldr="0"/>
      <dgm:spPr/>
      <dgm:t>
        <a:bodyPr/>
        <a:lstStyle/>
        <a:p>
          <a:pPr>
            <a:defRPr b="1"/>
          </a:pPr>
          <a:r>
            <a:rPr lang="ru-RU" baseline="0" dirty="0">
              <a:latin typeface="Bahnschrift Light SemiCondensed" panose="020B0502040204020203" pitchFamily="34" charset="0"/>
            </a:rPr>
            <a:t>Для бизнеса</a:t>
          </a:r>
        </a:p>
      </dgm:t>
    </dgm:pt>
    <dgm:pt modelId="{57CEB7DA-B29C-484B-A25E-542F7F0B8807}" type="parTrans" cxnId="{146F4E83-0B6A-4A7F-BA43-CDDB17ED6978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4D709CC6-A717-485B-BC4A-D4D698A4E420}" type="sibTrans" cxnId="{146F4E83-0B6A-4A7F-BA43-CDDB17ED6978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B03D0593-7742-41D1-86F1-4AFB89A48DE0}">
      <dgm:prSet phldrT="Description" phldr="0"/>
      <dgm:spPr/>
      <dgm:t>
        <a:bodyPr/>
        <a:lstStyle/>
        <a:p>
          <a:pPr>
            <a:buNone/>
          </a:pPr>
          <a:r>
            <a:rPr lang="en-US" b="1" baseline="0" dirty="0">
              <a:latin typeface="Bahnschrift Light SemiCondensed" panose="020B0502040204020203" pitchFamily="34" charset="0"/>
            </a:rPr>
            <a:t>Microsoft 365</a:t>
          </a:r>
          <a:endParaRPr lang="ru-RU" b="1" baseline="0" dirty="0">
            <a:latin typeface="Bahnschrift Light SemiCondensed" panose="020B0502040204020203" pitchFamily="34" charset="0"/>
          </a:endParaRPr>
        </a:p>
      </dgm:t>
    </dgm:pt>
    <dgm:pt modelId="{71E4645D-ECE5-46A3-9BD4-6A8B8A539EC0}" type="parTrans" cxnId="{853DC939-115F-43E3-BA57-E1DF3730C19C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28881EE0-0A99-4294-919D-3BA0EA6818F0}" type="sibTrans" cxnId="{853DC939-115F-43E3-BA57-E1DF3730C19C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06743F51-E917-4E82-8C94-A8A465317018}">
      <dgm:prSet phldrT="Title" phldr="0"/>
      <dgm:spPr/>
      <dgm:t>
        <a:bodyPr/>
        <a:lstStyle/>
        <a:p>
          <a:pPr>
            <a:defRPr b="1"/>
          </a:pPr>
          <a:r>
            <a:rPr lang="ru-RU" baseline="0" dirty="0">
              <a:latin typeface="Bahnschrift Light SemiCondensed" panose="020B0502040204020203" pitchFamily="34" charset="0"/>
            </a:rPr>
            <a:t>Для госучреждений</a:t>
          </a:r>
        </a:p>
      </dgm:t>
    </dgm:pt>
    <dgm:pt modelId="{9BECAD02-A533-4043-A179-1C2C679EF420}" type="parTrans" cxnId="{097DBFBD-FB0D-42C8-B59A-E7933E6993EC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CEFE0E9F-D578-48B2-9B74-B7415E499907}" type="sibTrans" cxnId="{097DBFBD-FB0D-42C8-B59A-E7933E6993EC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8A01ADEF-D7A8-4D78-B345-79880E9BE0A0}">
      <dgm:prSet phldrT="Description" phldr="0"/>
      <dgm:spPr/>
      <dgm:t>
        <a:bodyPr/>
        <a:lstStyle/>
        <a:p>
          <a:pPr>
            <a:buNone/>
          </a:pPr>
          <a:r>
            <a:rPr lang="ru-RU" b="1" baseline="0" dirty="0">
              <a:latin typeface="Bahnschrift Light SemiCondensed" panose="020B0502040204020203" pitchFamily="34" charset="0"/>
            </a:rPr>
            <a:t>МойОфис</a:t>
          </a:r>
        </a:p>
      </dgm:t>
    </dgm:pt>
    <dgm:pt modelId="{62A2568D-035B-41FD-9217-BFC5CA95F9B0}" type="parTrans" cxnId="{8854A659-D250-4EC0-9898-0A1EF2E4FD8A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712B8A90-A3B9-45FE-B800-64B963876404}" type="sibTrans" cxnId="{8854A659-D250-4EC0-9898-0A1EF2E4FD8A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0C3A993F-B656-43CD-A6F9-BCAA7CC7D29C}">
      <dgm:prSet phldrT="Description" phldr="0"/>
      <dgm:spPr/>
      <dgm:t>
        <a:bodyPr/>
        <a:lstStyle/>
        <a:p>
          <a:pPr>
            <a:buNone/>
          </a:pPr>
          <a:r>
            <a:rPr lang="en-US" b="1" baseline="0" dirty="0">
              <a:latin typeface="Bahnschrift Light SemiCondensed" panose="020B0502040204020203" pitchFamily="34" charset="0"/>
            </a:rPr>
            <a:t>Google Workspace</a:t>
          </a:r>
          <a:endParaRPr lang="ru-RU" b="1" baseline="0" dirty="0">
            <a:latin typeface="Bahnschrift Light SemiCondensed" panose="020B0502040204020203" pitchFamily="34" charset="0"/>
          </a:endParaRPr>
        </a:p>
      </dgm:t>
    </dgm:pt>
    <dgm:pt modelId="{A3CA171D-773C-4083-B60A-D9AF1F46ED29}" type="parTrans" cxnId="{6EE2026A-65BA-46BF-B2D6-F919DDFBDA5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BFDD0608-D177-4FAE-BD49-37947364EF2F}" type="sibTrans" cxnId="{6EE2026A-65BA-46BF-B2D6-F919DDFBDA5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0C988E7-4EBD-4884-A06A-42456E115251}">
      <dgm:prSet phldrT="Description" phldr="0"/>
      <dgm:spPr/>
      <dgm:t>
        <a:bodyPr/>
        <a:lstStyle/>
        <a:p>
          <a:pPr>
            <a:buNone/>
          </a:pPr>
          <a:r>
            <a:rPr lang="en-US" baseline="0" dirty="0" smtClean="0">
              <a:latin typeface="Bahnschrift Light SemiCondensed" panose="020B0502040204020203" pitchFamily="34" charset="0"/>
            </a:rPr>
            <a:t>LibreOffice </a:t>
          </a:r>
          <a:r>
            <a:rPr lang="ru-RU" baseline="0" dirty="0">
              <a:latin typeface="Bahnschrift Light SemiCondensed" panose="020B0502040204020203" pitchFamily="34" charset="0"/>
            </a:rPr>
            <a:t>бесплатный и без подписок</a:t>
          </a:r>
        </a:p>
      </dgm:t>
    </dgm:pt>
    <dgm:pt modelId="{097E69BC-F712-45C8-9F1E-80FD2CA9AB33}" type="parTrans" cxnId="{464C591D-813C-4CAF-B813-E7BF49859707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DCCC7E23-41A4-47E0-B6FB-B60B5856A8D0}" type="sibTrans" cxnId="{464C591D-813C-4CAF-B813-E7BF49859707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5FB02D98-2D66-47FA-83CB-9BC7C8FDE3E6}">
      <dgm:prSet phldrT="Description" phldr="0"/>
      <dgm:spPr/>
      <dgm:t>
        <a:bodyPr/>
        <a:lstStyle/>
        <a:p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F9B1383A-A1CF-4013-8E50-78EAE84296E9}" type="parTrans" cxnId="{55C1F191-C76F-4078-93BF-F6AC258D8E4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9D65A99A-5409-487B-A4E5-39C9825DE277}" type="sibTrans" cxnId="{55C1F191-C76F-4078-93BF-F6AC258D8E42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5A9521C1-AC0C-4224-A49D-48FF45C98E23}">
      <dgm:prSet phldrT="Description" phldr="0"/>
      <dgm:spPr/>
      <dgm:t>
        <a:bodyPr/>
        <a:lstStyle/>
        <a:p>
          <a:pPr>
            <a:buNone/>
          </a:pPr>
          <a:r>
            <a:rPr lang="ru-RU" baseline="0" dirty="0" smtClean="0">
              <a:latin typeface="Bahnschrift Light SemiCondensed" panose="020B0502040204020203" pitchFamily="34" charset="0"/>
            </a:rPr>
            <a:t>Google </a:t>
          </a:r>
          <a:r>
            <a:rPr lang="ru-RU" baseline="0" dirty="0">
              <a:latin typeface="Bahnschrift Light SemiCondensed" panose="020B0502040204020203" pitchFamily="34" charset="0"/>
            </a:rPr>
            <a:t>Workspace удобен для совместной работы с небольшой группой и доступ с любого устройства</a:t>
          </a:r>
        </a:p>
      </dgm:t>
    </dgm:pt>
    <dgm:pt modelId="{8068D52D-A903-450A-9DD1-05B1568C98D9}" type="parTrans" cxnId="{8A4093CB-ED3A-4C0D-82B9-DCF9BE51733C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A9312D41-3C36-4018-B57F-8D88F5FA251A}" type="sibTrans" cxnId="{8A4093CB-ED3A-4C0D-82B9-DCF9BE51733C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3BC5885C-7E16-4A9C-A09E-A5842E6FF70D}">
      <dgm:prSet phldrT="Description" phldr="0"/>
      <dgm:spPr/>
      <dgm:t>
        <a:bodyPr/>
        <a:lstStyle/>
        <a:p>
          <a:pPr>
            <a:buNone/>
          </a:pPr>
          <a:r>
            <a:rPr lang="en-US" b="1" baseline="0" dirty="0">
              <a:latin typeface="Bahnschrift Light SemiCondensed" panose="020B0502040204020203" pitchFamily="34" charset="0"/>
            </a:rPr>
            <a:t>Google Workspace</a:t>
          </a:r>
          <a:endParaRPr lang="ru-RU" b="1" baseline="0" dirty="0">
            <a:latin typeface="Bahnschrift Light SemiCondensed" panose="020B0502040204020203" pitchFamily="34" charset="0"/>
          </a:endParaRPr>
        </a:p>
      </dgm:t>
    </dgm:pt>
    <dgm:pt modelId="{73758FB4-2D1F-432D-92C5-DEEE01107C41}" type="parTrans" cxnId="{385D929D-DE22-4C53-8438-A68A1E070C5F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FBA38E40-DE30-4BD0-A012-733FB3A6192D}" type="sibTrans" cxnId="{385D929D-DE22-4C53-8438-A68A1E070C5F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0E06E58B-87D5-43B3-89AE-9A5572ED3FC3}">
      <dgm:prSet phldrT="Description" phldr="0"/>
      <dgm:spPr/>
      <dgm:t>
        <a:bodyPr/>
        <a:lstStyle/>
        <a:p>
          <a:pPr>
            <a:buNone/>
          </a:pPr>
          <a:r>
            <a:rPr lang="ru-RU" b="0" i="0" baseline="0" dirty="0" smtClean="0">
              <a:latin typeface="Bahnschrift Light SemiCondensed" panose="020B0502040204020203" pitchFamily="34" charset="0"/>
            </a:rPr>
            <a:t>В </a:t>
          </a:r>
          <a:r>
            <a:rPr lang="ru-RU" b="0" i="0" baseline="0" dirty="0">
              <a:latin typeface="Bahnschrift Light SemiCondensed" panose="020B0502040204020203" pitchFamily="34" charset="0"/>
            </a:rPr>
            <a:t>Microsoft 365 привычная среда, надежность и полный функционал</a:t>
          </a:r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F7232425-4181-4EB1-9C2D-D302A3D577F5}" type="parTrans" cxnId="{9847DBF4-FF07-45F2-8B69-652414C1B5D0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F757AAD0-AC78-4E14-9DFA-EDF4BACF1EC1}" type="sibTrans" cxnId="{9847DBF4-FF07-45F2-8B69-652414C1B5D0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87B97D02-4C83-43E2-A6E7-10498CE250DF}">
      <dgm:prSet phldrT="Description" phldr="0"/>
      <dgm:spPr/>
      <dgm:t>
        <a:bodyPr/>
        <a:lstStyle/>
        <a:p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944C77CD-823E-47FF-AB9D-2DE1EC9F4D1E}" type="parTrans" cxnId="{C213900E-3C0F-48B6-A3C6-333975218C2F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FF515B7C-301C-4F60-8F37-1841460C89C8}" type="sibTrans" cxnId="{C213900E-3C0F-48B6-A3C6-333975218C2F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67D2E58B-D5BB-4C24-8CCB-AFF94A7C4E48}">
      <dgm:prSet phldrT="Description" phldr="0"/>
      <dgm:spPr/>
      <dgm:t>
        <a:bodyPr/>
        <a:lstStyle/>
        <a:p>
          <a:pPr>
            <a:buNone/>
          </a:pPr>
          <a:r>
            <a:rPr lang="ru-RU" b="0" i="0" baseline="0" dirty="0" smtClean="0">
              <a:latin typeface="Bahnschrift Light SemiCondensed" panose="020B0502040204020203" pitchFamily="34" charset="0"/>
            </a:rPr>
            <a:t>В </a:t>
          </a:r>
          <a:r>
            <a:rPr lang="ru-RU" b="0" i="0" baseline="0" dirty="0">
              <a:latin typeface="Bahnschrift Light SemiCondensed" panose="020B0502040204020203" pitchFamily="34" charset="0"/>
            </a:rPr>
            <a:t>Google Workspace ниже порог входа по цене, быстрый старт без установки программ</a:t>
          </a:r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15DD2E17-561A-4A5D-AC4E-10EA5D8762C4}" type="parTrans" cxnId="{864ABE60-684C-456B-B785-99CCFC2236E5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BD40D97C-A5F5-42B2-AA18-14A98DA3353E}" type="sibTrans" cxnId="{864ABE60-684C-456B-B785-99CCFC2236E5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21C94DED-8B4C-4CF4-91EE-616E337B84ED}">
      <dgm:prSet phldrT="Description" phldr="0"/>
      <dgm:spPr/>
      <dgm:t>
        <a:bodyPr/>
        <a:lstStyle/>
        <a:p>
          <a:pPr>
            <a:buNone/>
          </a:pPr>
          <a:r>
            <a:rPr lang="ru-RU" b="1" baseline="0" dirty="0">
              <a:latin typeface="Bahnschrift Light SemiCondensed" panose="020B0502040204020203" pitchFamily="34" charset="0"/>
            </a:rPr>
            <a:t>Р7-Офис</a:t>
          </a:r>
        </a:p>
      </dgm:t>
    </dgm:pt>
    <dgm:pt modelId="{EF0610BD-C261-439A-B7B0-E5D60BDC0D44}" type="parTrans" cxnId="{0A536709-CFC9-4ADC-B13A-9E5E8CFC266D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EC0F9228-23FD-4541-94F4-6D37A36D5A26}" type="sibTrans" cxnId="{0A536709-CFC9-4ADC-B13A-9E5E8CFC266D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C33525F1-D3E5-4DEC-9FAD-D972A2E39D5A}">
      <dgm:prSet phldrT="Description" phldr="0"/>
      <dgm:spPr/>
      <dgm:t>
        <a:bodyPr/>
        <a:lstStyle/>
        <a:p>
          <a:pPr>
            <a:buNone/>
          </a:pPr>
          <a:endParaRPr lang="ru-RU" baseline="0" dirty="0">
            <a:latin typeface="Bahnschrift Light SemiCondensed" panose="020B0502040204020203" pitchFamily="34" charset="0"/>
          </a:endParaRPr>
        </a:p>
      </dgm:t>
    </dgm:pt>
    <dgm:pt modelId="{4A42213D-1261-403F-BE03-93F35A40C81B}" type="parTrans" cxnId="{C1872144-913A-4EF2-9B9B-BA6B860A2ABF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9F258A2C-D116-4AEC-AEB0-7EF878C178AB}" type="sibTrans" cxnId="{C1872144-913A-4EF2-9B9B-BA6B860A2ABF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2A5F68FA-BEF4-4A3C-B2AE-7DE99B4D41F4}">
      <dgm:prSet phldrT="Description" phldr="0"/>
      <dgm:spPr/>
      <dgm:t>
        <a:bodyPr/>
        <a:lstStyle/>
        <a:p>
          <a:pPr>
            <a:buNone/>
          </a:pPr>
          <a:r>
            <a:rPr lang="ru-RU" baseline="0" dirty="0" smtClean="0">
              <a:latin typeface="Bahnschrift Light SemiCondensed" panose="020B0502040204020203" pitchFamily="34" charset="0"/>
            </a:rPr>
            <a:t>Оба </a:t>
          </a:r>
          <a:r>
            <a:rPr lang="ru-RU" baseline="0" dirty="0">
              <a:latin typeface="Bahnschrift Light SemiCondensed" panose="020B0502040204020203" pitchFamily="34" charset="0"/>
            </a:rPr>
            <a:t>входят в реестр отечественного ПО, обеспечивают безопасность данных и совместимость с ГОСТ</a:t>
          </a:r>
        </a:p>
      </dgm:t>
    </dgm:pt>
    <dgm:pt modelId="{D925C336-47A3-4435-9290-CEE33A19F20A}" type="parTrans" cxnId="{2C58A599-BC6E-4048-A2EE-A18579947510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1618934E-1388-4623-B5AC-C5AEF7B750F2}" type="sibTrans" cxnId="{2C58A599-BC6E-4048-A2EE-A18579947510}">
      <dgm:prSet/>
      <dgm:spPr/>
      <dgm:t>
        <a:bodyPr/>
        <a:lstStyle/>
        <a:p>
          <a:endParaRPr lang="ru-RU" baseline="0">
            <a:latin typeface="Bahnschrift Light SemiCondensed" panose="020B0502040204020203" pitchFamily="34" charset="0"/>
          </a:endParaRPr>
        </a:p>
      </dgm:t>
    </dgm:pt>
    <dgm:pt modelId="{469B083C-38CE-4A52-AC6A-0F49922F07FF}" type="pres">
      <dgm:prSet presAssocID="{475CD55C-7D5D-4AB4-9779-3180BE5BEAFC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8240D05-F86B-4AD6-8563-B54A59B8FE6F}" type="pres">
      <dgm:prSet presAssocID="{AB5F08BA-57E0-4376-8317-79342A866487}" presName="compNode" presStyleCnt="0"/>
      <dgm:spPr/>
    </dgm:pt>
    <dgm:pt modelId="{C1055ACA-143B-42A7-84C5-B6D06F659C97}" type="pres">
      <dgm:prSet presAssocID="{AB5F08BA-57E0-4376-8317-79342A866487}" presName="accentLine" presStyleLbl="dkBgShp" presStyleIdx="0" presStyleCnt="6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B4A44126-29BB-4CD0-8E0A-4E91B4954FE0}" type="pres">
      <dgm:prSet presAssocID="{AB5F08BA-57E0-4376-8317-79342A866487}" presName="iconShape" presStyleLbl="dkBgShp" presStyleIdx="1" presStyleCnt="6"/>
      <dgm:spPr>
        <a:blipFill dpi="0" rotWithShape="1">
          <a:blip xmlns:r="http://schemas.openxmlformats.org/officeDocument/2006/relationships" r:embed="rId1">
            <a:alphaModFix amt="70000"/>
          </a:blip>
          <a:srcRect/>
          <a:stretch>
            <a:fillRect l="13696" t="13696" r="13696" b="13696"/>
          </a:stretch>
        </a:blipFill>
      </dgm:spPr>
    </dgm:pt>
    <dgm:pt modelId="{3846C089-C1BE-41FE-BCC6-439544D667D0}" type="pres">
      <dgm:prSet presAssocID="{AB5F08BA-57E0-4376-8317-79342A866487}" presName="titleText" presStyleLbl="revTx" presStyleIdx="0" presStyleCnt="6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19BF4898-DC5D-4C9A-9184-7B9952209001}" type="pres">
      <dgm:prSet presAssocID="{AB5F08BA-57E0-4376-8317-79342A866487}" presName="bodyText" presStyleLbl="revTx" presStyleIdx="1" presStyleCnt="6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0CB0FC42-85B5-49FB-A582-9AD6C6A8E85F}" type="pres">
      <dgm:prSet presAssocID="{684EA763-E1DA-49D6-BBED-F6D33BA07225}" presName="sibTrans" presStyleCnt="0"/>
      <dgm:spPr/>
    </dgm:pt>
    <dgm:pt modelId="{16C3E1FE-83F2-464A-8531-838B9BD094E0}" type="pres">
      <dgm:prSet presAssocID="{E34BE09F-0899-4EAC-82F6-A29A642D9431}" presName="compNode" presStyleCnt="0"/>
      <dgm:spPr/>
    </dgm:pt>
    <dgm:pt modelId="{EE1AD0AF-55A3-4429-98AA-469FCB266650}" type="pres">
      <dgm:prSet presAssocID="{E34BE09F-0899-4EAC-82F6-A29A642D9431}" presName="accentLine" presStyleLbl="dkBgShp" presStyleIdx="2" presStyleCnt="6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D88D7F83-A359-40AF-A9CD-C34D8354424E}" type="pres">
      <dgm:prSet presAssocID="{E34BE09F-0899-4EAC-82F6-A29A642D9431}" presName="iconShape" presStyleLbl="dkBgShp" presStyleIdx="3" presStyleCnt="6"/>
      <dgm:spPr>
        <a:blipFill dpi="0" rotWithShape="1">
          <a:blip xmlns:r="http://schemas.openxmlformats.org/officeDocument/2006/relationships" r:embed="rId2">
            <a:alphaModFix amt="70000"/>
          </a:blip>
          <a:srcRect/>
          <a:stretch>
            <a:fillRect l="13696" t="13696" r="13696" b="13696"/>
          </a:stretch>
        </a:blipFill>
      </dgm:spPr>
    </dgm:pt>
    <dgm:pt modelId="{71C4BB2A-D319-4684-AAFD-C0FEF4F1C40E}" type="pres">
      <dgm:prSet presAssocID="{E34BE09F-0899-4EAC-82F6-A29A642D9431}" presName="titleText" presStyleLbl="revTx" presStyleIdx="2" presStyleCnt="6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D3929442-1200-456E-9A37-E7EF94B8BED4}" type="pres">
      <dgm:prSet presAssocID="{E34BE09F-0899-4EAC-82F6-A29A642D9431}" presName="bodyText" presStyleLbl="revTx" presStyleIdx="3" presStyleCnt="6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B6A07C3F-C032-4B40-A9B6-40E0196523F7}" type="pres">
      <dgm:prSet presAssocID="{4D709CC6-A717-485B-BC4A-D4D698A4E420}" presName="sibTrans" presStyleCnt="0"/>
      <dgm:spPr/>
    </dgm:pt>
    <dgm:pt modelId="{147F9455-FD2B-43DB-94E2-77EB4929A0D3}" type="pres">
      <dgm:prSet presAssocID="{06743F51-E917-4E82-8C94-A8A465317018}" presName="compNode" presStyleCnt="0"/>
      <dgm:spPr/>
    </dgm:pt>
    <dgm:pt modelId="{CFC12536-D048-4F34-8366-6BFA374C3B48}" type="pres">
      <dgm:prSet presAssocID="{06743F51-E917-4E82-8C94-A8A465317018}" presName="accentLine" presStyleLbl="dkBgShp" presStyleIdx="4" presStyleCnt="6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248668A1-8BF4-4DD5-827C-9374FBC6FDED}" type="pres">
      <dgm:prSet presAssocID="{06743F51-E917-4E82-8C94-A8A465317018}" presName="iconShape" presStyleLbl="dkBgShp" presStyleIdx="5" presStyleCnt="6"/>
      <dgm:spPr>
        <a:blipFill dpi="0" rotWithShape="1">
          <a:blip xmlns:r="http://schemas.openxmlformats.org/officeDocument/2006/relationships" r:embed="rId3">
            <a:alphaModFix amt="70000"/>
          </a:blip>
          <a:srcRect/>
          <a:stretch>
            <a:fillRect l="13696" t="13696" r="13696" b="13696"/>
          </a:stretch>
        </a:blipFill>
      </dgm:spPr>
    </dgm:pt>
    <dgm:pt modelId="{74AA1B5B-95C6-4136-A3AA-83E0A1738C76}" type="pres">
      <dgm:prSet presAssocID="{06743F51-E917-4E82-8C94-A8A465317018}" presName="titleText" presStyleLbl="revTx" presStyleIdx="4" presStyleCnt="6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  <dgm:pt modelId="{4FF210E8-3D40-4282-94E0-BED141DF5871}" type="pres">
      <dgm:prSet presAssocID="{06743F51-E917-4E82-8C94-A8A465317018}" presName="bodyText" presStyleLbl="revTx" presStyleIdx="5" presStyleCnt="6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</dgm:ptLst>
  <dgm:cxnLst>
    <dgm:cxn modelId="{6EE2026A-65BA-46BF-B2D6-F919DDFBDA52}" srcId="{AB5F08BA-57E0-4376-8317-79342A866487}" destId="{0C3A993F-B656-43CD-A6F9-BCAA7CC7D29C}" srcOrd="1" destOrd="0" parTransId="{A3CA171D-773C-4083-B60A-D9AF1F46ED29}" sibTransId="{BFDD0608-D177-4FAE-BD49-37947364EF2F}"/>
    <dgm:cxn modelId="{1A74E97E-FFB9-4230-B0CA-C8AF87986D51}" type="presOf" srcId="{87B97D02-4C83-43E2-A6E7-10498CE250DF}" destId="{D3929442-1200-456E-9A37-E7EF94B8BED4}" srcOrd="0" destOrd="2" presId="urn:microsoft.com/office/officeart/2026/layout/TextCardSideLineIcon"/>
    <dgm:cxn modelId="{A5B96C9D-F267-4F55-9ED3-F48D5B0E60B4}" type="presOf" srcId="{21C94DED-8B4C-4CF4-91EE-616E337B84ED}" destId="{4FF210E8-3D40-4282-94E0-BED141DF5871}" srcOrd="0" destOrd="1" presId="urn:microsoft.com/office/officeart/2026/layout/TextCardSideLineIcon"/>
    <dgm:cxn modelId="{146F4E83-0B6A-4A7F-BA43-CDDB17ED6978}" srcId="{475CD55C-7D5D-4AB4-9779-3180BE5BEAFC}" destId="{E34BE09F-0899-4EAC-82F6-A29A642D9431}" srcOrd="1" destOrd="0" parTransId="{57CEB7DA-B29C-484B-A25E-542F7F0B8807}" sibTransId="{4D709CC6-A717-485B-BC4A-D4D698A4E420}"/>
    <dgm:cxn modelId="{385D929D-DE22-4C53-8438-A68A1E070C5F}" srcId="{E34BE09F-0899-4EAC-82F6-A29A642D9431}" destId="{3BC5885C-7E16-4A9C-A09E-A5842E6FF70D}" srcOrd="1" destOrd="0" parTransId="{73758FB4-2D1F-432D-92C5-DEEE01107C41}" sibTransId="{FBA38E40-DE30-4BD0-A012-733FB3A6192D}"/>
    <dgm:cxn modelId="{013862E5-5D8B-4B26-BA65-AAD48E37858E}" type="presOf" srcId="{0E06E58B-87D5-43B3-89AE-9A5572ED3FC3}" destId="{D3929442-1200-456E-9A37-E7EF94B8BED4}" srcOrd="0" destOrd="1" presId="urn:microsoft.com/office/officeart/2026/layout/TextCardSideLineIcon"/>
    <dgm:cxn modelId="{853DC939-115F-43E3-BA57-E1DF3730C19C}" srcId="{E34BE09F-0899-4EAC-82F6-A29A642D9431}" destId="{B03D0593-7742-41D1-86F1-4AFB89A48DE0}" srcOrd="0" destOrd="0" parTransId="{71E4645D-ECE5-46A3-9BD4-6A8B8A539EC0}" sibTransId="{28881EE0-0A99-4294-919D-3BA0EA6818F0}"/>
    <dgm:cxn modelId="{C213900E-3C0F-48B6-A3C6-333975218C2F}" srcId="{B03D0593-7742-41D1-86F1-4AFB89A48DE0}" destId="{87B97D02-4C83-43E2-A6E7-10498CE250DF}" srcOrd="1" destOrd="0" parTransId="{944C77CD-823E-47FF-AB9D-2DE1EC9F4D1E}" sibTransId="{FF515B7C-301C-4F60-8F37-1841460C89C8}"/>
    <dgm:cxn modelId="{9847DBF4-FF07-45F2-8B69-652414C1B5D0}" srcId="{B03D0593-7742-41D1-86F1-4AFB89A48DE0}" destId="{0E06E58B-87D5-43B3-89AE-9A5572ED3FC3}" srcOrd="0" destOrd="0" parTransId="{F7232425-4181-4EB1-9C2D-D302A3D577F5}" sibTransId="{F757AAD0-AC78-4E14-9DFA-EDF4BACF1EC1}"/>
    <dgm:cxn modelId="{D44103A5-8387-4997-A5E0-BF19E1879A35}" type="presOf" srcId="{5FB02D98-2D66-47FA-83CB-9BC7C8FDE3E6}" destId="{19BF4898-DC5D-4C9A-9184-7B9952209001}" srcOrd="0" destOrd="2" presId="urn:microsoft.com/office/officeart/2026/layout/TextCardSideLineIcon"/>
    <dgm:cxn modelId="{BC379B01-C7B1-4DF3-9FF3-1C91E47B5814}" type="presOf" srcId="{06743F51-E917-4E82-8C94-A8A465317018}" destId="{74AA1B5B-95C6-4136-A3AA-83E0A1738C76}" srcOrd="0" destOrd="0" presId="urn:microsoft.com/office/officeart/2026/layout/TextCardSideLineIcon"/>
    <dgm:cxn modelId="{864ABE60-684C-456B-B785-99CCFC2236E5}" srcId="{3BC5885C-7E16-4A9C-A09E-A5842E6FF70D}" destId="{67D2E58B-D5BB-4C24-8CCB-AFF94A7C4E48}" srcOrd="0" destOrd="0" parTransId="{15DD2E17-561A-4A5D-AC4E-10EA5D8762C4}" sibTransId="{BD40D97C-A5F5-42B2-AA18-14A98DA3353E}"/>
    <dgm:cxn modelId="{76EBCA41-380A-47D6-A83A-19A23D48CBA9}" type="presOf" srcId="{3BC5885C-7E16-4A9C-A09E-A5842E6FF70D}" destId="{D3929442-1200-456E-9A37-E7EF94B8BED4}" srcOrd="0" destOrd="3" presId="urn:microsoft.com/office/officeart/2026/layout/TextCardSideLineIcon"/>
    <dgm:cxn modelId="{BB570450-4D2E-42F2-BA8D-D2BC74D1B9F9}" type="presOf" srcId="{C33525F1-D3E5-4DEC-9FAD-D972A2E39D5A}" destId="{4FF210E8-3D40-4282-94E0-BED141DF5871}" srcOrd="0" destOrd="2" presId="urn:microsoft.com/office/officeart/2026/layout/TextCardSideLineIcon"/>
    <dgm:cxn modelId="{0A536709-CFC9-4ADC-B13A-9E5E8CFC266D}" srcId="{06743F51-E917-4E82-8C94-A8A465317018}" destId="{21C94DED-8B4C-4CF4-91EE-616E337B84ED}" srcOrd="1" destOrd="0" parTransId="{EF0610BD-C261-439A-B7B0-E5D60BDC0D44}" sibTransId="{EC0F9228-23FD-4541-94F4-6D37A36D5A26}"/>
    <dgm:cxn modelId="{7370AC81-BA88-4BBA-81E4-293916529603}" type="presOf" srcId="{8A01ADEF-D7A8-4D78-B345-79880E9BE0A0}" destId="{4FF210E8-3D40-4282-94E0-BED141DF5871}" srcOrd="0" destOrd="0" presId="urn:microsoft.com/office/officeart/2026/layout/TextCardSideLineIcon"/>
    <dgm:cxn modelId="{C1872144-913A-4EF2-9B9B-BA6B860A2ABF}" srcId="{06743F51-E917-4E82-8C94-A8A465317018}" destId="{C33525F1-D3E5-4DEC-9FAD-D972A2E39D5A}" srcOrd="2" destOrd="0" parTransId="{4A42213D-1261-403F-BE03-93F35A40C81B}" sibTransId="{9F258A2C-D116-4AEC-AEB0-7EF878C178AB}"/>
    <dgm:cxn modelId="{FD40AA52-9101-4EA8-8CC1-458BC053F165}" type="presOf" srcId="{AE3DAF85-826A-4089-AFCE-3A1F2E299F13}" destId="{19BF4898-DC5D-4C9A-9184-7B9952209001}" srcOrd="0" destOrd="0" presId="urn:microsoft.com/office/officeart/2026/layout/TextCardSideLineIcon"/>
    <dgm:cxn modelId="{07C42605-9587-4E94-AED7-ACD34F758A08}" type="presOf" srcId="{475CD55C-7D5D-4AB4-9779-3180BE5BEAFC}" destId="{469B083C-38CE-4A52-AC6A-0F49922F07FF}" srcOrd="0" destOrd="0" presId="urn:microsoft.com/office/officeart/2026/layout/TextCardSideLineIcon"/>
    <dgm:cxn modelId="{464C591D-813C-4CAF-B813-E7BF49859707}" srcId="{AE3DAF85-826A-4089-AFCE-3A1F2E299F13}" destId="{60C988E7-4EBD-4884-A06A-42456E115251}" srcOrd="0" destOrd="0" parTransId="{097E69BC-F712-45C8-9F1E-80FD2CA9AB33}" sibTransId="{DCCC7E23-41A4-47E0-B6FB-B60B5856A8D0}"/>
    <dgm:cxn modelId="{55C1F191-C76F-4078-93BF-F6AC258D8E42}" srcId="{AE3DAF85-826A-4089-AFCE-3A1F2E299F13}" destId="{5FB02D98-2D66-47FA-83CB-9BC7C8FDE3E6}" srcOrd="1" destOrd="0" parTransId="{F9B1383A-A1CF-4013-8E50-78EAE84296E9}" sibTransId="{9D65A99A-5409-487B-A4E5-39C9825DE277}"/>
    <dgm:cxn modelId="{DE515887-2F06-484C-B297-7A4599CE9B01}" srcId="{475CD55C-7D5D-4AB4-9779-3180BE5BEAFC}" destId="{AB5F08BA-57E0-4376-8317-79342A866487}" srcOrd="0" destOrd="0" parTransId="{D0115138-4501-4C61-B2FB-9ADD4EC59663}" sibTransId="{684EA763-E1DA-49D6-BBED-F6D33BA07225}"/>
    <dgm:cxn modelId="{FBF97F8F-5799-470A-9619-590158E0A6E5}" type="presOf" srcId="{60C988E7-4EBD-4884-A06A-42456E115251}" destId="{19BF4898-DC5D-4C9A-9184-7B9952209001}" srcOrd="0" destOrd="1" presId="urn:microsoft.com/office/officeart/2026/layout/TextCardSideLineIcon"/>
    <dgm:cxn modelId="{75C0FBD8-20D8-4A23-8AEB-E7AB32C01091}" type="presOf" srcId="{B03D0593-7742-41D1-86F1-4AFB89A48DE0}" destId="{D3929442-1200-456E-9A37-E7EF94B8BED4}" srcOrd="0" destOrd="0" presId="urn:microsoft.com/office/officeart/2026/layout/TextCardSideLineIcon"/>
    <dgm:cxn modelId="{88ADCB27-918A-4834-BB16-E81564FC2914}" type="presOf" srcId="{2A5F68FA-BEF4-4A3C-B2AE-7DE99B4D41F4}" destId="{4FF210E8-3D40-4282-94E0-BED141DF5871}" srcOrd="0" destOrd="3" presId="urn:microsoft.com/office/officeart/2026/layout/TextCardSideLineIcon"/>
    <dgm:cxn modelId="{384D3B82-33B0-48FE-861C-2F4FD3610BE7}" type="presOf" srcId="{0C3A993F-B656-43CD-A6F9-BCAA7CC7D29C}" destId="{19BF4898-DC5D-4C9A-9184-7B9952209001}" srcOrd="0" destOrd="3" presId="urn:microsoft.com/office/officeart/2026/layout/TextCardSideLineIcon"/>
    <dgm:cxn modelId="{8854A659-D250-4EC0-9898-0A1EF2E4FD8A}" srcId="{06743F51-E917-4E82-8C94-A8A465317018}" destId="{8A01ADEF-D7A8-4D78-B345-79880E9BE0A0}" srcOrd="0" destOrd="0" parTransId="{62A2568D-035B-41FD-9217-BFC5CA95F9B0}" sibTransId="{712B8A90-A3B9-45FE-B800-64B963876404}"/>
    <dgm:cxn modelId="{4B859126-A1DF-4EDE-B6DE-90B268640524}" type="presOf" srcId="{E34BE09F-0899-4EAC-82F6-A29A642D9431}" destId="{71C4BB2A-D319-4684-AAFD-C0FEF4F1C40E}" srcOrd="0" destOrd="0" presId="urn:microsoft.com/office/officeart/2026/layout/TextCardSideLineIcon"/>
    <dgm:cxn modelId="{B1CCAAA9-F601-4504-96AC-55787309C725}" type="presOf" srcId="{5A9521C1-AC0C-4224-A49D-48FF45C98E23}" destId="{19BF4898-DC5D-4C9A-9184-7B9952209001}" srcOrd="0" destOrd="4" presId="urn:microsoft.com/office/officeart/2026/layout/TextCardSideLineIcon"/>
    <dgm:cxn modelId="{4A337FC1-B86C-4595-8F09-ABF6B927371D}" type="presOf" srcId="{AB5F08BA-57E0-4376-8317-79342A866487}" destId="{3846C089-C1BE-41FE-BCC6-439544D667D0}" srcOrd="0" destOrd="0" presId="urn:microsoft.com/office/officeart/2026/layout/TextCardSideLineIcon"/>
    <dgm:cxn modelId="{8A4093CB-ED3A-4C0D-82B9-DCF9BE51733C}" srcId="{0C3A993F-B656-43CD-A6F9-BCAA7CC7D29C}" destId="{5A9521C1-AC0C-4224-A49D-48FF45C98E23}" srcOrd="0" destOrd="0" parTransId="{8068D52D-A903-450A-9DD1-05B1568C98D9}" sibTransId="{A9312D41-3C36-4018-B57F-8D88F5FA251A}"/>
    <dgm:cxn modelId="{097DBFBD-FB0D-42C8-B59A-E7933E6993EC}" srcId="{475CD55C-7D5D-4AB4-9779-3180BE5BEAFC}" destId="{06743F51-E917-4E82-8C94-A8A465317018}" srcOrd="2" destOrd="0" parTransId="{9BECAD02-A533-4043-A179-1C2C679EF420}" sibTransId="{CEFE0E9F-D578-48B2-9B74-B7415E499907}"/>
    <dgm:cxn modelId="{76FE1B35-38D3-49FD-9ED2-5A7BC47EBD33}" type="presOf" srcId="{67D2E58B-D5BB-4C24-8CCB-AFF94A7C4E48}" destId="{D3929442-1200-456E-9A37-E7EF94B8BED4}" srcOrd="0" destOrd="4" presId="urn:microsoft.com/office/officeart/2026/layout/TextCardSideLineIcon"/>
    <dgm:cxn modelId="{2C58A599-BC6E-4048-A2EE-A18579947510}" srcId="{C33525F1-D3E5-4DEC-9FAD-D972A2E39D5A}" destId="{2A5F68FA-BEF4-4A3C-B2AE-7DE99B4D41F4}" srcOrd="0" destOrd="0" parTransId="{D925C336-47A3-4435-9290-CEE33A19F20A}" sibTransId="{1618934E-1388-4623-B5AC-C5AEF7B750F2}"/>
    <dgm:cxn modelId="{1BB5B2E1-267E-4348-AFF6-263477BF4780}" srcId="{AB5F08BA-57E0-4376-8317-79342A866487}" destId="{AE3DAF85-826A-4089-AFCE-3A1F2E299F13}" srcOrd="0" destOrd="0" parTransId="{9E1E7E5C-E9E7-4251-95D8-885D1956E107}" sibTransId="{D844F6CE-DA56-4D51-B881-B008E609B27F}"/>
    <dgm:cxn modelId="{83C5AD15-2FD7-4A30-A878-2D262500CA76}" type="presParOf" srcId="{469B083C-38CE-4A52-AC6A-0F49922F07FF}" destId="{D8240D05-F86B-4AD6-8563-B54A59B8FE6F}" srcOrd="0" destOrd="0" presId="urn:microsoft.com/office/officeart/2026/layout/TextCardSideLineIcon"/>
    <dgm:cxn modelId="{393DF01D-AF7E-4183-AF3B-A3A4F0AFEA09}" type="presParOf" srcId="{D8240D05-F86B-4AD6-8563-B54A59B8FE6F}" destId="{C1055ACA-143B-42A7-84C5-B6D06F659C97}" srcOrd="0" destOrd="0" presId="urn:microsoft.com/office/officeart/2026/layout/TextCardSideLineIcon"/>
    <dgm:cxn modelId="{338A5A38-93EC-473F-949F-D1ADF21C49EA}" type="presParOf" srcId="{D8240D05-F86B-4AD6-8563-B54A59B8FE6F}" destId="{B4A44126-29BB-4CD0-8E0A-4E91B4954FE0}" srcOrd="1" destOrd="0" presId="urn:microsoft.com/office/officeart/2026/layout/TextCardSideLineIcon"/>
    <dgm:cxn modelId="{67C56D59-A6C7-4AAD-ACFF-BBC1245CEBBD}" type="presParOf" srcId="{D8240D05-F86B-4AD6-8563-B54A59B8FE6F}" destId="{3846C089-C1BE-41FE-BCC6-439544D667D0}" srcOrd="2" destOrd="0" presId="urn:microsoft.com/office/officeart/2026/layout/TextCardSideLineIcon"/>
    <dgm:cxn modelId="{B922B52B-220C-4DB1-9210-1FD6CDE07365}" type="presParOf" srcId="{D8240D05-F86B-4AD6-8563-B54A59B8FE6F}" destId="{19BF4898-DC5D-4C9A-9184-7B9952209001}" srcOrd="3" destOrd="0" presId="urn:microsoft.com/office/officeart/2026/layout/TextCardSideLineIcon"/>
    <dgm:cxn modelId="{5EE93F3D-498E-4402-A3FA-658291D49082}" type="presParOf" srcId="{469B083C-38CE-4A52-AC6A-0F49922F07FF}" destId="{0CB0FC42-85B5-49FB-A582-9AD6C6A8E85F}" srcOrd="1" destOrd="0" presId="urn:microsoft.com/office/officeart/2026/layout/TextCardSideLineIcon"/>
    <dgm:cxn modelId="{3A8423F9-759C-42B4-93A1-8CD9A3F14C09}" type="presParOf" srcId="{469B083C-38CE-4A52-AC6A-0F49922F07FF}" destId="{16C3E1FE-83F2-464A-8531-838B9BD094E0}" srcOrd="2" destOrd="0" presId="urn:microsoft.com/office/officeart/2026/layout/TextCardSideLineIcon"/>
    <dgm:cxn modelId="{DFC11CA3-E70D-4899-8527-FC611C45B5D4}" type="presParOf" srcId="{16C3E1FE-83F2-464A-8531-838B9BD094E0}" destId="{EE1AD0AF-55A3-4429-98AA-469FCB266650}" srcOrd="0" destOrd="0" presId="urn:microsoft.com/office/officeart/2026/layout/TextCardSideLineIcon"/>
    <dgm:cxn modelId="{FA18A971-FB49-474E-9AC8-D0092DE2EF50}" type="presParOf" srcId="{16C3E1FE-83F2-464A-8531-838B9BD094E0}" destId="{D88D7F83-A359-40AF-A9CD-C34D8354424E}" srcOrd="1" destOrd="0" presId="urn:microsoft.com/office/officeart/2026/layout/TextCardSideLineIcon"/>
    <dgm:cxn modelId="{0C0B32C5-7729-4AC1-AF91-2ED609F2A7B7}" type="presParOf" srcId="{16C3E1FE-83F2-464A-8531-838B9BD094E0}" destId="{71C4BB2A-D319-4684-AAFD-C0FEF4F1C40E}" srcOrd="2" destOrd="0" presId="urn:microsoft.com/office/officeart/2026/layout/TextCardSideLineIcon"/>
    <dgm:cxn modelId="{C64721C0-F236-46CD-9B89-F8747DB36C1B}" type="presParOf" srcId="{16C3E1FE-83F2-464A-8531-838B9BD094E0}" destId="{D3929442-1200-456E-9A37-E7EF94B8BED4}" srcOrd="3" destOrd="0" presId="urn:microsoft.com/office/officeart/2026/layout/TextCardSideLineIcon"/>
    <dgm:cxn modelId="{478BDA03-7699-4A08-BECE-B515583346C0}" type="presParOf" srcId="{469B083C-38CE-4A52-AC6A-0F49922F07FF}" destId="{B6A07C3F-C032-4B40-A9B6-40E0196523F7}" srcOrd="3" destOrd="0" presId="urn:microsoft.com/office/officeart/2026/layout/TextCardSideLineIcon"/>
    <dgm:cxn modelId="{DD3A5E11-296F-4F39-A931-C20C2AA0C804}" type="presParOf" srcId="{469B083C-38CE-4A52-AC6A-0F49922F07FF}" destId="{147F9455-FD2B-43DB-94E2-77EB4929A0D3}" srcOrd="4" destOrd="0" presId="urn:microsoft.com/office/officeart/2026/layout/TextCardSideLineIcon"/>
    <dgm:cxn modelId="{D61C4AF9-AC21-4A66-A995-1E6C5DB598DE}" type="presParOf" srcId="{147F9455-FD2B-43DB-94E2-77EB4929A0D3}" destId="{CFC12536-D048-4F34-8366-6BFA374C3B48}" srcOrd="0" destOrd="0" presId="urn:microsoft.com/office/officeart/2026/layout/TextCardSideLineIcon"/>
    <dgm:cxn modelId="{CBEC381F-0408-456F-AE95-69F1A9178209}" type="presParOf" srcId="{147F9455-FD2B-43DB-94E2-77EB4929A0D3}" destId="{248668A1-8BF4-4DD5-827C-9374FBC6FDED}" srcOrd="1" destOrd="0" presId="urn:microsoft.com/office/officeart/2026/layout/TextCardSideLineIcon"/>
    <dgm:cxn modelId="{81377F04-032C-4944-BCC5-E1A085DE1B3D}" type="presParOf" srcId="{147F9455-FD2B-43DB-94E2-77EB4929A0D3}" destId="{74AA1B5B-95C6-4136-A3AA-83E0A1738C76}" srcOrd="2" destOrd="0" presId="urn:microsoft.com/office/officeart/2026/layout/TextCardSideLineIcon"/>
    <dgm:cxn modelId="{81B25DBA-CE6C-4B3D-ADA0-7335D8BAEC25}" type="presParOf" srcId="{147F9455-FD2B-43DB-94E2-77EB4929A0D3}" destId="{4FF210E8-3D40-4282-94E0-BED141DF5871}" srcOrd="3" destOrd="0" presId="urn:microsoft.com/office/officeart/2026/layout/TextCardSideLine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0A3AD-6FB4-41FC-B2D0-BCABB0B721FC}">
      <dsp:nvSpPr>
        <dsp:cNvPr id="0" name=""/>
        <dsp:cNvSpPr/>
      </dsp:nvSpPr>
      <dsp:spPr>
        <a:xfrm>
          <a:off x="4285" y="116478"/>
          <a:ext cx="1478531" cy="1018708"/>
        </a:xfrm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t="-5000" b="-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F7926A-170A-480E-A480-10EE923CCF49}">
      <dsp:nvSpPr>
        <dsp:cNvPr id="0" name=""/>
        <dsp:cNvSpPr/>
      </dsp:nvSpPr>
      <dsp:spPr>
        <a:xfrm>
          <a:off x="4285" y="1135186"/>
          <a:ext cx="1478531" cy="548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>
              <a:latin typeface="Bahnschrift Light SemiCondensed" panose="020B0502040204020203" pitchFamily="34" charset="0"/>
            </a:rPr>
            <a:t>Microsoft 365</a:t>
          </a:r>
          <a:endParaRPr lang="ru-RU" sz="1800" kern="1200" dirty="0">
            <a:latin typeface="Bahnschrift Light SemiCondensed" panose="020B0502040204020203" pitchFamily="34" charset="0"/>
          </a:endParaRPr>
        </a:p>
      </dsp:txBody>
      <dsp:txXfrm>
        <a:off x="4285" y="1135186"/>
        <a:ext cx="1478531" cy="548535"/>
      </dsp:txXfrm>
    </dsp:sp>
    <dsp:sp modelId="{842EBC56-6B20-4199-826B-39110A9F1353}">
      <dsp:nvSpPr>
        <dsp:cNvPr id="0" name=""/>
        <dsp:cNvSpPr/>
      </dsp:nvSpPr>
      <dsp:spPr>
        <a:xfrm>
          <a:off x="1630731" y="116478"/>
          <a:ext cx="1478531" cy="1018708"/>
        </a:xfrm>
        <a:prstGeom prst="roundRect">
          <a:avLst/>
        </a:prstGeom>
        <a:blipFill>
          <a:blip xmlns:r="http://schemas.openxmlformats.org/officeDocument/2006/relationships" r:embed="rId2"/>
          <a:srcRect/>
          <a:stretch>
            <a:fillRect l="-2000" r="-2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4541F-E940-448C-9036-49919554A2D3}">
      <dsp:nvSpPr>
        <dsp:cNvPr id="0" name=""/>
        <dsp:cNvSpPr/>
      </dsp:nvSpPr>
      <dsp:spPr>
        <a:xfrm>
          <a:off x="1630731" y="1135186"/>
          <a:ext cx="1478531" cy="548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>
              <a:latin typeface="Bahnschrift Light SemiCondensed" panose="020B0502040204020203" pitchFamily="34" charset="0"/>
            </a:rPr>
            <a:t>LibreOffice</a:t>
          </a:r>
          <a:endParaRPr lang="ru-RU" sz="1500" kern="1200" dirty="0">
            <a:latin typeface="Bahnschrift Light SemiCondensed" panose="020B0502040204020203" pitchFamily="34" charset="0"/>
          </a:endParaRPr>
        </a:p>
      </dsp:txBody>
      <dsp:txXfrm>
        <a:off x="1630731" y="1135186"/>
        <a:ext cx="1478531" cy="548535"/>
      </dsp:txXfrm>
    </dsp:sp>
    <dsp:sp modelId="{6E86F6FB-CECC-4468-B3CC-37E2534E417A}">
      <dsp:nvSpPr>
        <dsp:cNvPr id="0" name=""/>
        <dsp:cNvSpPr/>
      </dsp:nvSpPr>
      <dsp:spPr>
        <a:xfrm>
          <a:off x="3257178" y="116478"/>
          <a:ext cx="1478531" cy="1018708"/>
        </a:xfrm>
        <a:prstGeom prst="roundRect">
          <a:avLst/>
        </a:prstGeom>
        <a:blipFill dpi="0" rotWithShape="1">
          <a:blip xmlns:r="http://schemas.openxmlformats.org/officeDocument/2006/relationships" r:embed="rId3"/>
          <a:srcRect/>
          <a:stretch>
            <a:fillRect l="13477" t="-3008" r="13477" b="-3008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1A1A4-B9B0-4A4D-B9C7-75B863734A43}">
      <dsp:nvSpPr>
        <dsp:cNvPr id="0" name=""/>
        <dsp:cNvSpPr/>
      </dsp:nvSpPr>
      <dsp:spPr>
        <a:xfrm>
          <a:off x="3257178" y="1135186"/>
          <a:ext cx="1478531" cy="548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>
              <a:latin typeface="Bahnschrift Light SemiCondensed" panose="020B0502040204020203" pitchFamily="34" charset="0"/>
            </a:rPr>
            <a:t>Google Workspace</a:t>
          </a:r>
          <a:endParaRPr lang="ru-RU" sz="1800" kern="1200" dirty="0">
            <a:latin typeface="Bahnschrift Light SemiCondensed" panose="020B0502040204020203" pitchFamily="34" charset="0"/>
          </a:endParaRPr>
        </a:p>
      </dsp:txBody>
      <dsp:txXfrm>
        <a:off x="3257178" y="1135186"/>
        <a:ext cx="1478531" cy="548535"/>
      </dsp:txXfrm>
    </dsp:sp>
    <dsp:sp modelId="{62C8E71C-63A6-4D21-BC45-8A0083D3C080}">
      <dsp:nvSpPr>
        <dsp:cNvPr id="0" name=""/>
        <dsp:cNvSpPr/>
      </dsp:nvSpPr>
      <dsp:spPr>
        <a:xfrm>
          <a:off x="4883624" y="116478"/>
          <a:ext cx="1478531" cy="1018708"/>
        </a:xfrm>
        <a:prstGeom prst="roundRect">
          <a:avLst/>
        </a:prstGeom>
        <a:blipFill dpi="0" rotWithShape="1">
          <a:blip xmlns:r="http://schemas.openxmlformats.org/officeDocument/2006/relationships" r:embed="rId4"/>
          <a:srcRect/>
          <a:stretch>
            <a:fillRect l="19564" t="5827" r="19564" b="5827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F20FD-3A07-46F9-ADF6-B541CACAE676}">
      <dsp:nvSpPr>
        <dsp:cNvPr id="0" name=""/>
        <dsp:cNvSpPr/>
      </dsp:nvSpPr>
      <dsp:spPr>
        <a:xfrm>
          <a:off x="4883624" y="1135186"/>
          <a:ext cx="1478531" cy="548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>
              <a:latin typeface="Bahnschrift Light SemiCondensed" panose="020B0502040204020203" pitchFamily="34" charset="0"/>
            </a:rPr>
            <a:t>МойОфис</a:t>
          </a:r>
          <a:endParaRPr lang="ru-RU" sz="2100" kern="1200" dirty="0">
            <a:latin typeface="Bahnschrift Light SemiCondensed" panose="020B0502040204020203" pitchFamily="34" charset="0"/>
          </a:endParaRPr>
        </a:p>
      </dsp:txBody>
      <dsp:txXfrm>
        <a:off x="4883624" y="1135186"/>
        <a:ext cx="1478531" cy="548535"/>
      </dsp:txXfrm>
    </dsp:sp>
    <dsp:sp modelId="{B6D9411C-BE23-4CC9-9BB2-B3CCAF8F515A}">
      <dsp:nvSpPr>
        <dsp:cNvPr id="0" name=""/>
        <dsp:cNvSpPr/>
      </dsp:nvSpPr>
      <dsp:spPr>
        <a:xfrm>
          <a:off x="6510071" y="116478"/>
          <a:ext cx="1478531" cy="1018708"/>
        </a:xfrm>
        <a:prstGeom prst="roundRect">
          <a:avLst/>
        </a:prstGeom>
        <a:blipFill>
          <a:blip xmlns:r="http://schemas.openxmlformats.org/officeDocument/2006/relationships" r:embed="rId5"/>
          <a:srcRect/>
          <a:stretch>
            <a:fillRect t="-23000" b="-23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6A18E5-8153-4AE5-B4BF-C1E1E2EC3D59}">
      <dsp:nvSpPr>
        <dsp:cNvPr id="0" name=""/>
        <dsp:cNvSpPr/>
      </dsp:nvSpPr>
      <dsp:spPr>
        <a:xfrm>
          <a:off x="6510071" y="1135186"/>
          <a:ext cx="1478531" cy="548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>
              <a:latin typeface="Bahnschrift Light SemiCondensed" panose="020B0502040204020203" pitchFamily="34" charset="0"/>
            </a:rPr>
            <a:t>Р7-Офис</a:t>
          </a:r>
          <a:endParaRPr lang="ru-RU" sz="2400" kern="1200" dirty="0">
            <a:latin typeface="Bahnschrift Light SemiCondensed" panose="020B0502040204020203" pitchFamily="34" charset="0"/>
          </a:endParaRPr>
        </a:p>
      </dsp:txBody>
      <dsp:txXfrm>
        <a:off x="6510071" y="1135186"/>
        <a:ext cx="1478531" cy="5485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431CF-C15B-4C7C-9823-6D463835BA11}">
      <dsp:nvSpPr>
        <dsp:cNvPr id="0" name=""/>
        <dsp:cNvSpPr/>
      </dsp:nvSpPr>
      <dsp:spPr>
        <a:xfrm>
          <a:off x="0" y="0"/>
          <a:ext cx="5136231" cy="633669"/>
        </a:xfrm>
        <a:prstGeom prst="roundRect">
          <a:avLst>
            <a:gd name="adj" fmla="val 10000"/>
          </a:avLst>
        </a:prstGeom>
        <a:solidFill>
          <a:srgbClr val="00B0F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>
              <a:latin typeface="Bahnschrift Light SemiCondensed" panose="020B0502040204020203" pitchFamily="34" charset="0"/>
            </a:rPr>
            <a:t>Microsoft 365</a:t>
          </a:r>
          <a:endParaRPr lang="ru-RU" sz="1200" b="1" kern="1200" dirty="0">
            <a:latin typeface="Bahnschrift Light SemiCondensed" panose="020B0502040204020203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b="0" i="1" kern="1200" dirty="0">
              <a:latin typeface="Bahnschrift Light SemiCondensed" panose="020B0502040204020203" pitchFamily="34" charset="0"/>
            </a:rPr>
            <a:t>ОС:</a:t>
          </a:r>
          <a:r>
            <a:rPr lang="ru-RU" sz="900" kern="1200" dirty="0">
              <a:latin typeface="Bahnschrift Light SemiCondensed" panose="020B0502040204020203" pitchFamily="34" charset="0"/>
            </a:rPr>
            <a:t> </a:t>
          </a:r>
          <a:r>
            <a:rPr lang="en-US" sz="900" kern="1200" dirty="0">
              <a:latin typeface="Bahnschrift Light SemiCondensed" panose="020B0502040204020203" pitchFamily="34" charset="0"/>
            </a:rPr>
            <a:t>Windows, Android, iOS, macOS</a:t>
          </a:r>
          <a:endParaRPr lang="ru-RU" sz="900" kern="1200" dirty="0">
            <a:latin typeface="Bahnschrift Light SemiCondensed" panose="020B0502040204020203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b="0" i="1" kern="1200" dirty="0">
              <a:latin typeface="Bahnschrift Light SemiCondensed" panose="020B0502040204020203" pitchFamily="34" charset="0"/>
            </a:rPr>
            <a:t>Форматы</a:t>
          </a:r>
          <a:r>
            <a:rPr lang="ru-RU" sz="900" b="1" kern="1200" dirty="0">
              <a:latin typeface="Bahnschrift Light SemiCondensed" panose="020B0502040204020203" pitchFamily="34" charset="0"/>
            </a:rPr>
            <a:t> </a:t>
          </a:r>
          <a:r>
            <a:rPr lang="ru-RU" sz="900" b="0" i="1" kern="1200" dirty="0">
              <a:latin typeface="Bahnschrift Light SemiCondensed" panose="020B0502040204020203" pitchFamily="34" charset="0"/>
            </a:rPr>
            <a:t>файлов: </a:t>
          </a:r>
          <a:r>
            <a:rPr lang="en-US" sz="900" kern="1200" dirty="0">
              <a:latin typeface="Bahnschrift Light SemiCondensed" panose="020B0502040204020203" pitchFamily="34" charset="0"/>
            </a:rPr>
            <a:t>.docx; .xlsx; .pptx; .pdf; .gif; .jpg; .</a:t>
          </a:r>
          <a:r>
            <a:rPr lang="en-US" sz="900" kern="1200" dirty="0" err="1">
              <a:latin typeface="Bahnschrift Light SemiCondensed" panose="020B0502040204020203" pitchFamily="34" charset="0"/>
            </a:rPr>
            <a:t>png</a:t>
          </a:r>
          <a:r>
            <a:rPr lang="en-US" sz="900" kern="1200" dirty="0">
              <a:latin typeface="Bahnschrift Light SemiCondensed" panose="020B0502040204020203" pitchFamily="34" charset="0"/>
            </a:rPr>
            <a:t>;</a:t>
          </a:r>
          <a:endParaRPr lang="ru-RU" sz="900" kern="1200" dirty="0">
            <a:latin typeface="Bahnschrift Light SemiCondensed" panose="020B0502040204020203" pitchFamily="34" charset="0"/>
          </a:endParaRPr>
        </a:p>
      </dsp:txBody>
      <dsp:txXfrm>
        <a:off x="1090613" y="0"/>
        <a:ext cx="4045618" cy="633669"/>
      </dsp:txXfrm>
    </dsp:sp>
    <dsp:sp modelId="{5F0999A3-963B-4FE2-A9B3-978333257564}">
      <dsp:nvSpPr>
        <dsp:cNvPr id="0" name=""/>
        <dsp:cNvSpPr/>
      </dsp:nvSpPr>
      <dsp:spPr>
        <a:xfrm>
          <a:off x="63366" y="63366"/>
          <a:ext cx="1027246" cy="50693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/>
          <a:srcRect/>
          <a:stretch>
            <a:fillRect l="27854" t="5124" r="27854" b="5124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18A0B-B6A8-4298-99A5-0E8E0EA2D2DC}">
      <dsp:nvSpPr>
        <dsp:cNvPr id="0" name=""/>
        <dsp:cNvSpPr/>
      </dsp:nvSpPr>
      <dsp:spPr>
        <a:xfrm>
          <a:off x="0" y="697036"/>
          <a:ext cx="5136231" cy="633669"/>
        </a:xfrm>
        <a:prstGeom prst="roundRect">
          <a:avLst>
            <a:gd name="adj" fmla="val 10000"/>
          </a:avLst>
        </a:prstGeom>
        <a:solidFill>
          <a:srgbClr val="18A303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>
              <a:latin typeface="Bahnschrift Light SemiCondensed" panose="020B0502040204020203" pitchFamily="34" charset="0"/>
            </a:rPr>
            <a:t>LibreOffice</a:t>
          </a:r>
          <a:endParaRPr lang="ru-RU" sz="1200" b="1" kern="1200" dirty="0">
            <a:latin typeface="Bahnschrift Light SemiCondensed" panose="020B0502040204020203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b="0" i="1" kern="1200" dirty="0">
              <a:latin typeface="Bahnschrift Light SemiCondensed" panose="020B0502040204020203" pitchFamily="34" charset="0"/>
            </a:rPr>
            <a:t>ОС:</a:t>
          </a:r>
          <a:r>
            <a:rPr lang="ru-RU" sz="900" b="1" kern="1200" dirty="0">
              <a:latin typeface="Bahnschrift Light SemiCondensed" panose="020B0502040204020203" pitchFamily="34" charset="0"/>
            </a:rPr>
            <a:t> </a:t>
          </a:r>
          <a:r>
            <a:rPr lang="en-US" sz="900" b="0" kern="1200" dirty="0">
              <a:latin typeface="Bahnschrift Light SemiCondensed" panose="020B0502040204020203" pitchFamily="34" charset="0"/>
            </a:rPr>
            <a:t>Windows, Linux, macOS</a:t>
          </a:r>
          <a:endParaRPr lang="ru-RU" sz="900" b="1" kern="1200" dirty="0">
            <a:latin typeface="Bahnschrift Light SemiCondensed" panose="020B0502040204020203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b="0" i="1" kern="1200" dirty="0">
              <a:latin typeface="Bahnschrift Light SemiCondensed" panose="020B0502040204020203" pitchFamily="34" charset="0"/>
            </a:rPr>
            <a:t>Форматы файлов: </a:t>
          </a:r>
          <a:r>
            <a:rPr lang="en-US" sz="900" kern="1200" dirty="0">
              <a:latin typeface="Bahnschrift Light SemiCondensed" panose="020B0502040204020203" pitchFamily="34" charset="0"/>
            </a:rPr>
            <a:t>.</a:t>
          </a:r>
          <a:r>
            <a:rPr lang="en-US" sz="900" kern="1200" dirty="0" err="1">
              <a:latin typeface="Bahnschrift Light SemiCondensed" panose="020B0502040204020203" pitchFamily="34" charset="0"/>
            </a:rPr>
            <a:t>odt</a:t>
          </a:r>
          <a:r>
            <a:rPr lang="en-US" sz="900" kern="1200" dirty="0">
              <a:latin typeface="Bahnschrift Light SemiCondensed" panose="020B0502040204020203" pitchFamily="34" charset="0"/>
            </a:rPr>
            <a:t>; .</a:t>
          </a:r>
          <a:r>
            <a:rPr lang="en-US" sz="900" kern="1200" dirty="0" err="1">
              <a:latin typeface="Bahnschrift Light SemiCondensed" panose="020B0502040204020203" pitchFamily="34" charset="0"/>
            </a:rPr>
            <a:t>ods</a:t>
          </a:r>
          <a:r>
            <a:rPr lang="en-US" sz="900" kern="1200" dirty="0">
              <a:latin typeface="Bahnschrift Light SemiCondensed" panose="020B0502040204020203" pitchFamily="34" charset="0"/>
            </a:rPr>
            <a:t>; .</a:t>
          </a:r>
          <a:r>
            <a:rPr lang="en-US" sz="900" kern="1200" dirty="0" err="1">
              <a:latin typeface="Bahnschrift Light SemiCondensed" panose="020B0502040204020203" pitchFamily="34" charset="0"/>
            </a:rPr>
            <a:t>odp</a:t>
          </a:r>
          <a:r>
            <a:rPr lang="en-US" sz="900" kern="1200" dirty="0">
              <a:latin typeface="Bahnschrift Light SemiCondensed" panose="020B0502040204020203" pitchFamily="34" charset="0"/>
            </a:rPr>
            <a:t>; .docx; .xlsx; .pptx; .pdf;</a:t>
          </a:r>
          <a:endParaRPr lang="ru-RU" sz="900" kern="1200" dirty="0">
            <a:latin typeface="Bahnschrift Light SemiCondensed" panose="020B0502040204020203" pitchFamily="34" charset="0"/>
          </a:endParaRPr>
        </a:p>
      </dsp:txBody>
      <dsp:txXfrm>
        <a:off x="1090613" y="697036"/>
        <a:ext cx="4045618" cy="633669"/>
      </dsp:txXfrm>
    </dsp:sp>
    <dsp:sp modelId="{B7BB92F9-568C-46CC-9779-4982BA148617}">
      <dsp:nvSpPr>
        <dsp:cNvPr id="0" name=""/>
        <dsp:cNvSpPr/>
      </dsp:nvSpPr>
      <dsp:spPr>
        <a:xfrm>
          <a:off x="63366" y="760403"/>
          <a:ext cx="1027246" cy="50693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18000" b="-18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005A3-4CD7-44A8-987E-526A212694E5}">
      <dsp:nvSpPr>
        <dsp:cNvPr id="0" name=""/>
        <dsp:cNvSpPr/>
      </dsp:nvSpPr>
      <dsp:spPr>
        <a:xfrm>
          <a:off x="0" y="1394072"/>
          <a:ext cx="5136231" cy="633669"/>
        </a:xfrm>
        <a:prstGeom prst="roundRect">
          <a:avLst>
            <a:gd name="adj" fmla="val 10000"/>
          </a:avLst>
        </a:prstGeom>
        <a:solidFill>
          <a:srgbClr val="E41C1C">
            <a:alpha val="90000"/>
          </a:srgb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>
              <a:latin typeface="Bahnschrift Light SemiCondensed" panose="020B0502040204020203" pitchFamily="34" charset="0"/>
            </a:rPr>
            <a:t>Google Workspace</a:t>
          </a:r>
          <a:endParaRPr lang="ru-RU" sz="1200" b="1" kern="1200" dirty="0">
            <a:latin typeface="Bahnschrift Light SemiCondensed" panose="020B0502040204020203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b="0" i="1" kern="1200" dirty="0">
              <a:latin typeface="Bahnschrift Light SemiCondensed" panose="020B0502040204020203" pitchFamily="34" charset="0"/>
            </a:rPr>
            <a:t>ОС:</a:t>
          </a:r>
          <a:r>
            <a:rPr lang="ru-RU" sz="900" b="1" kern="1200" dirty="0">
              <a:latin typeface="Bahnschrift Light SemiCondensed" panose="020B0502040204020203" pitchFamily="34" charset="0"/>
            </a:rPr>
            <a:t> </a:t>
          </a:r>
          <a:r>
            <a:rPr lang="en-US" sz="900" b="0" kern="1200" dirty="0">
              <a:latin typeface="Bahnschrift Light SemiCondensed" panose="020B0502040204020203" pitchFamily="34" charset="0"/>
            </a:rPr>
            <a:t>Android, iOS </a:t>
          </a:r>
          <a:endParaRPr lang="ru-RU" sz="900" b="1" kern="1200" dirty="0">
            <a:latin typeface="Bahnschrift Light SemiCondensed" panose="020B0502040204020203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b="0" i="1" kern="1200" dirty="0">
              <a:latin typeface="Bahnschrift Light SemiCondensed" panose="020B0502040204020203" pitchFamily="34" charset="0"/>
            </a:rPr>
            <a:t>Форматы файлов: </a:t>
          </a:r>
          <a:r>
            <a:rPr lang="en-US" sz="900" b="0" kern="1200" dirty="0">
              <a:latin typeface="Bahnschrift Light SemiCondensed" panose="020B0502040204020203" pitchFamily="34" charset="0"/>
            </a:rPr>
            <a:t>.gdoc; .</a:t>
          </a:r>
          <a:r>
            <a:rPr lang="en-US" sz="900" b="0" kern="1200" dirty="0" err="1">
              <a:latin typeface="Bahnschrift Light SemiCondensed" panose="020B0502040204020203" pitchFamily="34" charset="0"/>
            </a:rPr>
            <a:t>gsheet</a:t>
          </a:r>
          <a:r>
            <a:rPr lang="en-US" sz="900" b="0" kern="1200" dirty="0">
              <a:latin typeface="Bahnschrift Light SemiCondensed" panose="020B0502040204020203" pitchFamily="34" charset="0"/>
            </a:rPr>
            <a:t>; .</a:t>
          </a:r>
          <a:r>
            <a:rPr lang="en-US" sz="900" b="0" kern="1200" dirty="0" err="1">
              <a:latin typeface="Bahnschrift Light SemiCondensed" panose="020B0502040204020203" pitchFamily="34" charset="0"/>
            </a:rPr>
            <a:t>gslides</a:t>
          </a:r>
          <a:r>
            <a:rPr lang="en-US" sz="900" b="0" kern="1200" dirty="0">
              <a:latin typeface="Bahnschrift Light SemiCondensed" panose="020B0502040204020203" pitchFamily="34" charset="0"/>
            </a:rPr>
            <a:t>; .docx; .xlsx; .pptx;</a:t>
          </a:r>
          <a:endParaRPr lang="ru-RU" sz="900" b="1" kern="1200" dirty="0">
            <a:latin typeface="Bahnschrift Light SemiCondensed" panose="020B0502040204020203" pitchFamily="34" charset="0"/>
          </a:endParaRPr>
        </a:p>
      </dsp:txBody>
      <dsp:txXfrm>
        <a:off x="1090613" y="1394072"/>
        <a:ext cx="4045618" cy="633669"/>
      </dsp:txXfrm>
    </dsp:sp>
    <dsp:sp modelId="{961BD917-14A6-43BF-B393-EAA25688FE3A}">
      <dsp:nvSpPr>
        <dsp:cNvPr id="0" name=""/>
        <dsp:cNvSpPr/>
      </dsp:nvSpPr>
      <dsp:spPr>
        <a:xfrm>
          <a:off x="63366" y="1457439"/>
          <a:ext cx="1027246" cy="50693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/>
          <a:srcRect/>
          <a:stretch>
            <a:fillRect l="20472" t="-9835" r="20472" b="-9835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5C4A0-6D76-4D26-B599-5301FCA780E7}">
      <dsp:nvSpPr>
        <dsp:cNvPr id="0" name=""/>
        <dsp:cNvSpPr/>
      </dsp:nvSpPr>
      <dsp:spPr>
        <a:xfrm>
          <a:off x="0" y="2091108"/>
          <a:ext cx="5136231" cy="633669"/>
        </a:xfrm>
        <a:prstGeom prst="roundRect">
          <a:avLst>
            <a:gd name="adj" fmla="val 10000"/>
          </a:avLst>
        </a:prstGeom>
        <a:solidFill>
          <a:srgbClr val="00DAB8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>
              <a:latin typeface="Bahnschrift Light SemiCondensed" panose="020B0502040204020203" pitchFamily="34" charset="0"/>
            </a:rPr>
            <a:t>МойОфис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b="0" i="1" kern="1200" dirty="0">
              <a:latin typeface="Bahnschrift Light SemiCondensed" panose="020B0502040204020203" pitchFamily="34" charset="0"/>
            </a:rPr>
            <a:t>ОС: </a:t>
          </a:r>
          <a:r>
            <a:rPr lang="en-US" sz="900" b="0" kern="1200" dirty="0">
              <a:latin typeface="Bahnschrift Light SemiCondensed" panose="020B0502040204020203" pitchFamily="34" charset="0"/>
            </a:rPr>
            <a:t>Windows, Linux, Android, iOS, macOS</a:t>
          </a:r>
          <a:endParaRPr lang="ru-RU" sz="900" b="1" kern="1200" dirty="0">
            <a:latin typeface="Bahnschrift Light SemiCondensed" panose="020B0502040204020203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b="0" i="1" kern="1200" dirty="0">
              <a:latin typeface="Bahnschrift Light SemiCondensed" panose="020B0502040204020203" pitchFamily="34" charset="0"/>
            </a:rPr>
            <a:t>Форматы файлов</a:t>
          </a:r>
          <a:r>
            <a:rPr lang="ru-RU" sz="900" b="1" kern="1200" dirty="0">
              <a:latin typeface="Bahnschrift Light SemiCondensed" panose="020B0502040204020203" pitchFamily="34" charset="0"/>
            </a:rPr>
            <a:t>: </a:t>
          </a:r>
          <a:r>
            <a:rPr lang="en-US" sz="900" b="0" kern="1200" dirty="0">
              <a:latin typeface="Bahnschrift Light SemiCondensed" panose="020B0502040204020203" pitchFamily="34" charset="0"/>
            </a:rPr>
            <a:t>.docx; .xlsx; .pptx; .</a:t>
          </a:r>
          <a:r>
            <a:rPr lang="en-US" sz="900" b="0" kern="1200" dirty="0" err="1">
              <a:latin typeface="Bahnschrift Light SemiCondensed" panose="020B0502040204020203" pitchFamily="34" charset="0"/>
            </a:rPr>
            <a:t>odt</a:t>
          </a:r>
          <a:r>
            <a:rPr lang="en-US" sz="900" b="0" kern="1200" dirty="0">
              <a:latin typeface="Bahnschrift Light SemiCondensed" panose="020B0502040204020203" pitchFamily="34" charset="0"/>
            </a:rPr>
            <a:t>; .pdf;</a:t>
          </a:r>
          <a:endParaRPr lang="ru-RU" sz="900" b="1" kern="1200" dirty="0">
            <a:latin typeface="Bahnschrift Light SemiCondensed" panose="020B0502040204020203" pitchFamily="34" charset="0"/>
          </a:endParaRPr>
        </a:p>
      </dsp:txBody>
      <dsp:txXfrm>
        <a:off x="1090613" y="2091108"/>
        <a:ext cx="4045618" cy="633669"/>
      </dsp:txXfrm>
    </dsp:sp>
    <dsp:sp modelId="{CB27F5FB-1B77-4A31-A7F5-75CA6DD4754B}">
      <dsp:nvSpPr>
        <dsp:cNvPr id="0" name=""/>
        <dsp:cNvSpPr/>
      </dsp:nvSpPr>
      <dsp:spPr>
        <a:xfrm>
          <a:off x="63366" y="2154475"/>
          <a:ext cx="1027246" cy="50693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4"/>
          <a:srcRect/>
          <a:stretch>
            <a:fillRect l="27854" t="5124" r="27854" b="5124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4D101-31A9-431F-8B03-C47AB3A6CB5C}">
      <dsp:nvSpPr>
        <dsp:cNvPr id="0" name=""/>
        <dsp:cNvSpPr/>
      </dsp:nvSpPr>
      <dsp:spPr>
        <a:xfrm>
          <a:off x="0" y="2788144"/>
          <a:ext cx="5136231" cy="6336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>
              <a:latin typeface="Bahnschrift Light SemiCondensed" panose="020B0502040204020203" pitchFamily="34" charset="0"/>
            </a:rPr>
            <a:t>Р7-Офис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b="0" i="1" kern="1200" dirty="0">
              <a:latin typeface="Bahnschrift Light SemiCondensed" panose="020B0502040204020203" pitchFamily="34" charset="0"/>
            </a:rPr>
            <a:t>ОС:</a:t>
          </a:r>
          <a:r>
            <a:rPr lang="ru-RU" sz="900" b="1" kern="1200" dirty="0">
              <a:latin typeface="Bahnschrift Light SemiCondensed" panose="020B0502040204020203" pitchFamily="34" charset="0"/>
            </a:rPr>
            <a:t> </a:t>
          </a:r>
          <a:r>
            <a:rPr lang="en-US" sz="900" b="0" kern="1200" dirty="0">
              <a:latin typeface="Bahnschrift Light SemiCondensed" panose="020B0502040204020203" pitchFamily="34" charset="0"/>
            </a:rPr>
            <a:t>Windows, Linux, Android, iOS, macOS</a:t>
          </a:r>
          <a:endParaRPr lang="ru-RU" sz="900" b="1" kern="1200" dirty="0">
            <a:latin typeface="Bahnschrift Light SemiCondensed" panose="020B0502040204020203" pitchFamily="34" charset="0"/>
          </a:endParaRP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b="0" i="1" kern="1200" dirty="0">
              <a:latin typeface="Bahnschrift Light SemiCondensed" panose="020B0502040204020203" pitchFamily="34" charset="0"/>
            </a:rPr>
            <a:t>Форматы файлов: </a:t>
          </a:r>
          <a:r>
            <a:rPr lang="en-US" sz="900" b="0" kern="1200" dirty="0">
              <a:latin typeface="Bahnschrift Light SemiCondensed" panose="020B0502040204020203" pitchFamily="34" charset="0"/>
            </a:rPr>
            <a:t>.docx; .xlsx; .pptx; .</a:t>
          </a:r>
          <a:r>
            <a:rPr lang="en-US" sz="900" b="0" kern="1200" dirty="0" err="1">
              <a:latin typeface="Bahnschrift Light SemiCondensed" panose="020B0502040204020203" pitchFamily="34" charset="0"/>
            </a:rPr>
            <a:t>odt</a:t>
          </a:r>
          <a:r>
            <a:rPr lang="en-US" sz="900" b="0" kern="1200" dirty="0">
              <a:latin typeface="Bahnschrift Light SemiCondensed" panose="020B0502040204020203" pitchFamily="34" charset="0"/>
            </a:rPr>
            <a:t>; .pdf;</a:t>
          </a:r>
          <a:endParaRPr lang="ru-RU" sz="900" b="1" kern="1200" dirty="0">
            <a:latin typeface="Bahnschrift Light SemiCondensed" panose="020B0502040204020203" pitchFamily="34" charset="0"/>
          </a:endParaRPr>
        </a:p>
      </dsp:txBody>
      <dsp:txXfrm>
        <a:off x="1090613" y="2788144"/>
        <a:ext cx="4045618" cy="633669"/>
      </dsp:txXfrm>
    </dsp:sp>
    <dsp:sp modelId="{5B5300CB-1670-4170-AB0A-8087DE30CC21}">
      <dsp:nvSpPr>
        <dsp:cNvPr id="0" name=""/>
        <dsp:cNvSpPr/>
      </dsp:nvSpPr>
      <dsp:spPr>
        <a:xfrm>
          <a:off x="122007" y="2851511"/>
          <a:ext cx="909965" cy="50693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rcRect/>
          <a:stretch>
            <a:fillRect l="10001" t="2133" r="-43334" b="2133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6A795-2DA3-4C33-87B1-F4EDA5FCA819}">
      <dsp:nvSpPr>
        <dsp:cNvPr id="0" name=""/>
        <dsp:cNvSpPr/>
      </dsp:nvSpPr>
      <dsp:spPr>
        <a:xfrm>
          <a:off x="466315" y="856"/>
          <a:ext cx="517914" cy="20292"/>
        </a:xfrm>
        <a:prstGeom prst="rect">
          <a:avLst/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C6B989-BE2C-45B1-BECE-83F3A484FE39}">
      <dsp:nvSpPr>
        <dsp:cNvPr id="0" name=""/>
        <dsp:cNvSpPr/>
      </dsp:nvSpPr>
      <dsp:spPr>
        <a:xfrm>
          <a:off x="466315" y="141211"/>
          <a:ext cx="2354155" cy="377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1800" b="1" kern="1200" baseline="0" dirty="0">
              <a:latin typeface="Bahnschrift Light SemiCondensed" panose="020B0502040204020203" pitchFamily="34" charset="0"/>
            </a:rPr>
            <a:t>Microsoft 365</a:t>
          </a:r>
          <a:endParaRPr lang="ru-RU" sz="1400" b="1" kern="1200" baseline="0" dirty="0">
            <a:latin typeface="Bahnschrift Light SemiCondensed" panose="020B0502040204020203" pitchFamily="34" charset="0"/>
          </a:endParaRPr>
        </a:p>
      </dsp:txBody>
      <dsp:txXfrm>
        <a:off x="466315" y="141211"/>
        <a:ext cx="2354155" cy="377096"/>
      </dsp:txXfrm>
    </dsp:sp>
    <dsp:sp modelId="{937B78BE-8A5A-4EEE-B874-229D8EB4945B}">
      <dsp:nvSpPr>
        <dsp:cNvPr id="0" name=""/>
        <dsp:cNvSpPr/>
      </dsp:nvSpPr>
      <dsp:spPr>
        <a:xfrm>
          <a:off x="466315" y="518307"/>
          <a:ext cx="2354155" cy="1173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 dirty="0">
              <a:latin typeface="Bahnschrift Light SemiCondensed" panose="020B0502040204020203" pitchFamily="34" charset="0"/>
            </a:rPr>
            <a:t>Доступность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 dirty="0">
              <a:latin typeface="Bahnschrift Light SemiCondensed" panose="020B0502040204020203" pitchFamily="34" charset="0"/>
            </a:rPr>
            <a:t>Функционал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 dirty="0">
              <a:latin typeface="Bahnschrift Light SemiCondensed" panose="020B0502040204020203" pitchFamily="34" charset="0"/>
            </a:rPr>
            <a:t>Надежность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 dirty="0">
              <a:latin typeface="Bahnschrift Light SemiCondensed" panose="020B0502040204020203" pitchFamily="34" charset="0"/>
            </a:rPr>
            <a:t>Экосистема</a:t>
          </a:r>
        </a:p>
      </dsp:txBody>
      <dsp:txXfrm>
        <a:off x="466315" y="518307"/>
        <a:ext cx="2354155" cy="1173564"/>
      </dsp:txXfrm>
    </dsp:sp>
    <dsp:sp modelId="{AEBFFD21-D5AF-4FEF-89C9-0E20064CCE6A}">
      <dsp:nvSpPr>
        <dsp:cNvPr id="0" name=""/>
        <dsp:cNvSpPr/>
      </dsp:nvSpPr>
      <dsp:spPr>
        <a:xfrm>
          <a:off x="2999386" y="856"/>
          <a:ext cx="517914" cy="20292"/>
        </a:xfrm>
        <a:prstGeom prst="rect">
          <a:avLst/>
        </a:prstGeom>
        <a:solidFill>
          <a:srgbClr val="18A30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CA3FD9-4C42-4FB8-9538-92D4FAFE29DC}">
      <dsp:nvSpPr>
        <dsp:cNvPr id="0" name=""/>
        <dsp:cNvSpPr/>
      </dsp:nvSpPr>
      <dsp:spPr>
        <a:xfrm>
          <a:off x="2999386" y="141211"/>
          <a:ext cx="2354155" cy="377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1800" kern="1200" baseline="0" dirty="0">
              <a:latin typeface="Bahnschrift Light SemiCondensed" panose="020B0502040204020203" pitchFamily="34" charset="0"/>
            </a:rPr>
            <a:t>LibreOffice</a:t>
          </a:r>
          <a:endParaRPr lang="ru-RU" sz="1800" kern="1200" baseline="0" dirty="0">
            <a:latin typeface="Bahnschrift Light SemiCondensed" panose="020B0502040204020203" pitchFamily="34" charset="0"/>
          </a:endParaRPr>
        </a:p>
      </dsp:txBody>
      <dsp:txXfrm>
        <a:off x="2999386" y="141211"/>
        <a:ext cx="2354155" cy="377096"/>
      </dsp:txXfrm>
    </dsp:sp>
    <dsp:sp modelId="{0FD75D81-ACF7-46D3-8667-958AAE7C2A8C}">
      <dsp:nvSpPr>
        <dsp:cNvPr id="0" name=""/>
        <dsp:cNvSpPr/>
      </dsp:nvSpPr>
      <dsp:spPr>
        <a:xfrm>
          <a:off x="2999386" y="518307"/>
          <a:ext cx="2354155" cy="1173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 dirty="0">
              <a:latin typeface="Bahnschrift Light SemiCondensed" panose="020B0502040204020203" pitchFamily="34" charset="0"/>
            </a:rPr>
            <a:t>Бесплатный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 dirty="0">
              <a:latin typeface="Bahnschrift Light SemiCondensed" panose="020B0502040204020203" pitchFamily="34" charset="0"/>
            </a:rPr>
            <a:t>Кроссплатформенность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>
              <a:latin typeface="Bahnschrift Light SemiCondensed" panose="020B0502040204020203" pitchFamily="34" charset="0"/>
            </a:rPr>
            <a:t>Открытый код</a:t>
          </a:r>
          <a:endParaRPr lang="ru-RU" sz="1400" kern="1200" baseline="0" dirty="0">
            <a:latin typeface="Bahnschrift Light SemiCondensed" panose="020B0502040204020203" pitchFamily="34" charset="0"/>
          </a:endParaRPr>
        </a:p>
      </dsp:txBody>
      <dsp:txXfrm>
        <a:off x="2999386" y="518307"/>
        <a:ext cx="2354155" cy="1173564"/>
      </dsp:txXfrm>
    </dsp:sp>
    <dsp:sp modelId="{1462F64B-C5E6-4881-81F5-2519F69A1F1C}">
      <dsp:nvSpPr>
        <dsp:cNvPr id="0" name=""/>
        <dsp:cNvSpPr/>
      </dsp:nvSpPr>
      <dsp:spPr>
        <a:xfrm>
          <a:off x="5532457" y="856"/>
          <a:ext cx="517914" cy="20292"/>
        </a:xfrm>
        <a:prstGeom prst="rect">
          <a:avLst/>
        </a:prstGeom>
        <a:solidFill>
          <a:srgbClr val="E41C1C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6C396E-2EC7-4293-BDFB-F2643C3DCF33}">
      <dsp:nvSpPr>
        <dsp:cNvPr id="0" name=""/>
        <dsp:cNvSpPr/>
      </dsp:nvSpPr>
      <dsp:spPr>
        <a:xfrm>
          <a:off x="5532457" y="141211"/>
          <a:ext cx="2354155" cy="377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1800" kern="1200" baseline="0" dirty="0">
              <a:latin typeface="Bahnschrift Light SemiCondensed" panose="020B0502040204020203" pitchFamily="34" charset="0"/>
            </a:rPr>
            <a:t>Google Workspace</a:t>
          </a:r>
          <a:endParaRPr lang="ru-RU" sz="1800" kern="1200" baseline="0" dirty="0">
            <a:latin typeface="Bahnschrift Light SemiCondensed" panose="020B0502040204020203" pitchFamily="34" charset="0"/>
          </a:endParaRPr>
        </a:p>
      </dsp:txBody>
      <dsp:txXfrm>
        <a:off x="5532457" y="141211"/>
        <a:ext cx="2354155" cy="377096"/>
      </dsp:txXfrm>
    </dsp:sp>
    <dsp:sp modelId="{185C5523-0B26-4F67-9707-6314796CF61D}">
      <dsp:nvSpPr>
        <dsp:cNvPr id="0" name=""/>
        <dsp:cNvSpPr/>
      </dsp:nvSpPr>
      <dsp:spPr>
        <a:xfrm>
          <a:off x="5532457" y="518307"/>
          <a:ext cx="2354155" cy="1173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 dirty="0">
              <a:latin typeface="Bahnschrift Light SemiCondensed" panose="020B0502040204020203" pitchFamily="34" charset="0"/>
            </a:rPr>
            <a:t>Удобство совместной работы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 dirty="0">
              <a:latin typeface="Bahnschrift Light SemiCondensed" panose="020B0502040204020203" pitchFamily="34" charset="0"/>
            </a:rPr>
            <a:t>Облачность</a:t>
          </a:r>
        </a:p>
      </dsp:txBody>
      <dsp:txXfrm>
        <a:off x="5532457" y="518307"/>
        <a:ext cx="2354155" cy="1173564"/>
      </dsp:txXfrm>
    </dsp:sp>
    <dsp:sp modelId="{8FE0601A-C8CD-47CA-9E4A-C48E6BB0438F}">
      <dsp:nvSpPr>
        <dsp:cNvPr id="0" name=""/>
        <dsp:cNvSpPr/>
      </dsp:nvSpPr>
      <dsp:spPr>
        <a:xfrm>
          <a:off x="466315" y="1833121"/>
          <a:ext cx="517914" cy="20292"/>
        </a:xfrm>
        <a:prstGeom prst="rect">
          <a:avLst/>
        </a:prstGeom>
        <a:solidFill>
          <a:srgbClr val="00DAB8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463D4-5727-4084-86B6-571E2997C630}">
      <dsp:nvSpPr>
        <dsp:cNvPr id="0" name=""/>
        <dsp:cNvSpPr/>
      </dsp:nvSpPr>
      <dsp:spPr>
        <a:xfrm>
          <a:off x="466315" y="1973475"/>
          <a:ext cx="2354155" cy="377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ru-RU" sz="1800" kern="1200" baseline="0" dirty="0">
              <a:latin typeface="Bahnschrift Light SemiCondensed" panose="020B0502040204020203" pitchFamily="34" charset="0"/>
            </a:rPr>
            <a:t>МойОфис</a:t>
          </a:r>
        </a:p>
      </dsp:txBody>
      <dsp:txXfrm>
        <a:off x="466315" y="1973475"/>
        <a:ext cx="2354155" cy="377096"/>
      </dsp:txXfrm>
    </dsp:sp>
    <dsp:sp modelId="{B65D0457-DCCB-40A2-B209-7DE558AC7D73}">
      <dsp:nvSpPr>
        <dsp:cNvPr id="0" name=""/>
        <dsp:cNvSpPr/>
      </dsp:nvSpPr>
      <dsp:spPr>
        <a:xfrm>
          <a:off x="466315" y="2350572"/>
          <a:ext cx="2354155" cy="1173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>
              <a:latin typeface="Bahnschrift Light SemiCondensed" panose="020B0502040204020203" pitchFamily="34" charset="0"/>
            </a:rPr>
            <a:t>Российское ПО</a:t>
          </a:r>
          <a:endParaRPr lang="ru-RU" sz="1400" kern="1200" baseline="0" dirty="0">
            <a:latin typeface="Bahnschrift Light SemiCondensed" panose="020B0502040204020203" pitchFamily="34" charset="0"/>
          </a:endParaRP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>
              <a:latin typeface="Bahnschrift Light SemiCondensed" panose="020B0502040204020203" pitchFamily="34" charset="0"/>
            </a:rPr>
            <a:t>Совместимость с </a:t>
          </a:r>
          <a:r>
            <a:rPr lang="en-US" sz="1400" kern="1200" baseline="0">
              <a:latin typeface="Bahnschrift Light SemiCondensed" panose="020B0502040204020203" pitchFamily="34" charset="0"/>
            </a:rPr>
            <a:t>MS Office</a:t>
          </a:r>
          <a:endParaRPr lang="ru-RU" sz="1400" kern="1200" baseline="0" dirty="0">
            <a:latin typeface="Bahnschrift Light SemiCondensed" panose="020B0502040204020203" pitchFamily="34" charset="0"/>
          </a:endParaRPr>
        </a:p>
      </dsp:txBody>
      <dsp:txXfrm>
        <a:off x="466315" y="2350572"/>
        <a:ext cx="2354155" cy="1173564"/>
      </dsp:txXfrm>
    </dsp:sp>
    <dsp:sp modelId="{36F247A6-AFCC-4D61-A9EF-66FE0D42AA76}">
      <dsp:nvSpPr>
        <dsp:cNvPr id="0" name=""/>
        <dsp:cNvSpPr/>
      </dsp:nvSpPr>
      <dsp:spPr>
        <a:xfrm>
          <a:off x="2999386" y="1833121"/>
          <a:ext cx="517914" cy="2029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3595F9-1432-496E-BBE5-E3B42EB983B2}">
      <dsp:nvSpPr>
        <dsp:cNvPr id="0" name=""/>
        <dsp:cNvSpPr/>
      </dsp:nvSpPr>
      <dsp:spPr>
        <a:xfrm>
          <a:off x="2999386" y="1973475"/>
          <a:ext cx="2354155" cy="3770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ru-RU" sz="1800" kern="1200" baseline="0" dirty="0">
              <a:latin typeface="Bahnschrift Light SemiCondensed" panose="020B0502040204020203" pitchFamily="34" charset="0"/>
            </a:rPr>
            <a:t>Р7-Офис</a:t>
          </a:r>
        </a:p>
      </dsp:txBody>
      <dsp:txXfrm>
        <a:off x="2999386" y="1973475"/>
        <a:ext cx="2354155" cy="377096"/>
      </dsp:txXfrm>
    </dsp:sp>
    <dsp:sp modelId="{3BA53C82-D0AE-4059-940E-981D4F4CB28E}">
      <dsp:nvSpPr>
        <dsp:cNvPr id="0" name=""/>
        <dsp:cNvSpPr/>
      </dsp:nvSpPr>
      <dsp:spPr>
        <a:xfrm>
          <a:off x="2999386" y="2350572"/>
          <a:ext cx="2354155" cy="11735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 dirty="0">
              <a:latin typeface="Bahnschrift Light SemiCondensed" panose="020B0502040204020203" pitchFamily="34" charset="0"/>
            </a:rPr>
            <a:t>Российское ПО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>
              <a:latin typeface="Bahnschrift Light SemiCondensed" panose="020B0502040204020203" pitchFamily="34" charset="0"/>
            </a:rPr>
            <a:t>Высокая безопасность</a:t>
          </a:r>
          <a:endParaRPr lang="ru-RU" sz="1400" kern="1200" baseline="0" dirty="0">
            <a:latin typeface="Bahnschrift Light SemiCondensed" panose="020B0502040204020203" pitchFamily="34" charset="0"/>
          </a:endParaRP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baseline="0">
              <a:latin typeface="Bahnschrift Light SemiCondensed" panose="020B0502040204020203" pitchFamily="34" charset="0"/>
            </a:rPr>
            <a:t>Работа с ГОСТ</a:t>
          </a:r>
          <a:endParaRPr lang="ru-RU" sz="1400" kern="1200" baseline="0" dirty="0">
            <a:latin typeface="Bahnschrift Light SemiCondensed" panose="020B0502040204020203" pitchFamily="34" charset="0"/>
          </a:endParaRPr>
        </a:p>
      </dsp:txBody>
      <dsp:txXfrm>
        <a:off x="2999386" y="2350572"/>
        <a:ext cx="2354155" cy="11735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6A795-2DA3-4C33-87B1-F4EDA5FCA819}">
      <dsp:nvSpPr>
        <dsp:cNvPr id="0" name=""/>
        <dsp:cNvSpPr/>
      </dsp:nvSpPr>
      <dsp:spPr>
        <a:xfrm>
          <a:off x="234913" y="694"/>
          <a:ext cx="550216" cy="21557"/>
        </a:xfrm>
        <a:prstGeom prst="rect">
          <a:avLst/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C6B989-BE2C-45B1-BECE-83F3A484FE39}">
      <dsp:nvSpPr>
        <dsp:cNvPr id="0" name=""/>
        <dsp:cNvSpPr/>
      </dsp:nvSpPr>
      <dsp:spPr>
        <a:xfrm>
          <a:off x="234913" y="149802"/>
          <a:ext cx="2500984" cy="400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1800" b="1" kern="1200" baseline="0" dirty="0">
              <a:latin typeface="Bahnschrift Light SemiCondensed" panose="020B0502040204020203" pitchFamily="34" charset="0"/>
            </a:rPr>
            <a:t>Microsoft 365</a:t>
          </a:r>
          <a:endParaRPr lang="ru-RU" sz="1400" b="1" kern="1200" baseline="0" dirty="0">
            <a:latin typeface="Bahnschrift Light SemiCondensed" panose="020B0502040204020203" pitchFamily="34" charset="0"/>
          </a:endParaRPr>
        </a:p>
      </dsp:txBody>
      <dsp:txXfrm>
        <a:off x="234913" y="149802"/>
        <a:ext cx="2500984" cy="400616"/>
      </dsp:txXfrm>
    </dsp:sp>
    <dsp:sp modelId="{937B78BE-8A5A-4EEE-B874-229D8EB4945B}">
      <dsp:nvSpPr>
        <dsp:cNvPr id="0" name=""/>
        <dsp:cNvSpPr/>
      </dsp:nvSpPr>
      <dsp:spPr>
        <a:xfrm>
          <a:off x="234913" y="550418"/>
          <a:ext cx="2500984" cy="1246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Зависимость от интернета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Только подписка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Сбор и передача данных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Высокие системные требования</a:t>
          </a:r>
        </a:p>
      </dsp:txBody>
      <dsp:txXfrm>
        <a:off x="234913" y="550418"/>
        <a:ext cx="2500984" cy="1246760"/>
      </dsp:txXfrm>
    </dsp:sp>
    <dsp:sp modelId="{AEBFFD21-D5AF-4FEF-89C9-0E20064CCE6A}">
      <dsp:nvSpPr>
        <dsp:cNvPr id="0" name=""/>
        <dsp:cNvSpPr/>
      </dsp:nvSpPr>
      <dsp:spPr>
        <a:xfrm>
          <a:off x="2925971" y="694"/>
          <a:ext cx="550216" cy="21557"/>
        </a:xfrm>
        <a:prstGeom prst="rect">
          <a:avLst/>
        </a:prstGeom>
        <a:solidFill>
          <a:srgbClr val="18A30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CA3FD9-4C42-4FB8-9538-92D4FAFE29DC}">
      <dsp:nvSpPr>
        <dsp:cNvPr id="0" name=""/>
        <dsp:cNvSpPr/>
      </dsp:nvSpPr>
      <dsp:spPr>
        <a:xfrm>
          <a:off x="2925971" y="149802"/>
          <a:ext cx="2500984" cy="400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1800" kern="1200" baseline="0" dirty="0">
              <a:latin typeface="Bahnschrift Light SemiCondensed" panose="020B0502040204020203" pitchFamily="34" charset="0"/>
            </a:rPr>
            <a:t>LibreOffice</a:t>
          </a:r>
          <a:endParaRPr lang="ru-RU" sz="1800" kern="1200" baseline="0" dirty="0">
            <a:latin typeface="Bahnschrift Light SemiCondensed" panose="020B0502040204020203" pitchFamily="34" charset="0"/>
          </a:endParaRPr>
        </a:p>
      </dsp:txBody>
      <dsp:txXfrm>
        <a:off x="2925971" y="149802"/>
        <a:ext cx="2500984" cy="400616"/>
      </dsp:txXfrm>
    </dsp:sp>
    <dsp:sp modelId="{0FD75D81-ACF7-46D3-8667-958AAE7C2A8C}">
      <dsp:nvSpPr>
        <dsp:cNvPr id="0" name=""/>
        <dsp:cNvSpPr/>
      </dsp:nvSpPr>
      <dsp:spPr>
        <a:xfrm>
          <a:off x="2925971" y="550418"/>
          <a:ext cx="2500984" cy="1246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Меньше функций, чем в </a:t>
          </a:r>
          <a:r>
            <a:rPr lang="en-US" sz="1200" kern="1200" baseline="0" dirty="0">
              <a:latin typeface="Bahnschrift Light SemiCondensed" panose="020B0502040204020203" pitchFamily="34" charset="0"/>
            </a:rPr>
            <a:t>MS Office</a:t>
          </a:r>
          <a:endParaRPr lang="ru-RU" sz="1200" kern="1200" baseline="0" dirty="0">
            <a:latin typeface="Bahnschrift Light SemiCondensed" panose="020B0502040204020203" pitchFamily="34" charset="0"/>
          </a:endParaRP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Устаревший интерфейс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Проблемы с совместимостью сложных макросов</a:t>
          </a:r>
        </a:p>
      </dsp:txBody>
      <dsp:txXfrm>
        <a:off x="2925971" y="550418"/>
        <a:ext cx="2500984" cy="1246760"/>
      </dsp:txXfrm>
    </dsp:sp>
    <dsp:sp modelId="{1462F64B-C5E6-4881-81F5-2519F69A1F1C}">
      <dsp:nvSpPr>
        <dsp:cNvPr id="0" name=""/>
        <dsp:cNvSpPr/>
      </dsp:nvSpPr>
      <dsp:spPr>
        <a:xfrm>
          <a:off x="5617030" y="694"/>
          <a:ext cx="550216" cy="21557"/>
        </a:xfrm>
        <a:prstGeom prst="rect">
          <a:avLst/>
        </a:prstGeom>
        <a:solidFill>
          <a:srgbClr val="E41C1C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6C396E-2EC7-4293-BDFB-F2643C3DCF33}">
      <dsp:nvSpPr>
        <dsp:cNvPr id="0" name=""/>
        <dsp:cNvSpPr/>
      </dsp:nvSpPr>
      <dsp:spPr>
        <a:xfrm>
          <a:off x="5617030" y="149802"/>
          <a:ext cx="2500984" cy="400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en-US" sz="1800" kern="1200" baseline="0" dirty="0">
              <a:latin typeface="Bahnschrift Light SemiCondensed" panose="020B0502040204020203" pitchFamily="34" charset="0"/>
            </a:rPr>
            <a:t>Google Workspace</a:t>
          </a:r>
          <a:endParaRPr lang="ru-RU" sz="1800" kern="1200" baseline="0" dirty="0">
            <a:latin typeface="Bahnschrift Light SemiCondensed" panose="020B0502040204020203" pitchFamily="34" charset="0"/>
          </a:endParaRPr>
        </a:p>
      </dsp:txBody>
      <dsp:txXfrm>
        <a:off x="5617030" y="149802"/>
        <a:ext cx="2500984" cy="400616"/>
      </dsp:txXfrm>
    </dsp:sp>
    <dsp:sp modelId="{185C5523-0B26-4F67-9707-6314796CF61D}">
      <dsp:nvSpPr>
        <dsp:cNvPr id="0" name=""/>
        <dsp:cNvSpPr/>
      </dsp:nvSpPr>
      <dsp:spPr>
        <a:xfrm>
          <a:off x="5617030" y="550418"/>
          <a:ext cx="2500984" cy="1246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Требует интернет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Отсутствие десктопных приложений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Слабая поддержка офлайн-режима</a:t>
          </a:r>
        </a:p>
      </dsp:txBody>
      <dsp:txXfrm>
        <a:off x="5617030" y="550418"/>
        <a:ext cx="2500984" cy="1246760"/>
      </dsp:txXfrm>
    </dsp:sp>
    <dsp:sp modelId="{8FE0601A-C8CD-47CA-9E4A-C48E6BB0438F}">
      <dsp:nvSpPr>
        <dsp:cNvPr id="0" name=""/>
        <dsp:cNvSpPr/>
      </dsp:nvSpPr>
      <dsp:spPr>
        <a:xfrm>
          <a:off x="234913" y="1947237"/>
          <a:ext cx="550216" cy="21557"/>
        </a:xfrm>
        <a:prstGeom prst="rect">
          <a:avLst/>
        </a:prstGeom>
        <a:solidFill>
          <a:srgbClr val="00DAB8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463D4-5727-4084-86B6-571E2997C630}">
      <dsp:nvSpPr>
        <dsp:cNvPr id="0" name=""/>
        <dsp:cNvSpPr/>
      </dsp:nvSpPr>
      <dsp:spPr>
        <a:xfrm>
          <a:off x="234913" y="2096345"/>
          <a:ext cx="2500984" cy="400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ru-RU" sz="1800" kern="1200" baseline="0" dirty="0">
              <a:latin typeface="Bahnschrift Light SemiCondensed" panose="020B0502040204020203" pitchFamily="34" charset="0"/>
            </a:rPr>
            <a:t>МойОфис</a:t>
          </a:r>
        </a:p>
      </dsp:txBody>
      <dsp:txXfrm>
        <a:off x="234913" y="2096345"/>
        <a:ext cx="2500984" cy="400616"/>
      </dsp:txXfrm>
    </dsp:sp>
    <dsp:sp modelId="{B65D0457-DCCB-40A2-B209-7DE558AC7D73}">
      <dsp:nvSpPr>
        <dsp:cNvPr id="0" name=""/>
        <dsp:cNvSpPr/>
      </dsp:nvSpPr>
      <dsp:spPr>
        <a:xfrm>
          <a:off x="234913" y="2496961"/>
          <a:ext cx="2500984" cy="1246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Высокая стоимость лицензии для крупных организаций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Проблемы с отображением форматирования при импорте из </a:t>
          </a:r>
          <a:r>
            <a:rPr lang="en-US" sz="1200" kern="1200" baseline="0" dirty="0">
              <a:latin typeface="Bahnschrift Light SemiCondensed" panose="020B0502040204020203" pitchFamily="34" charset="0"/>
            </a:rPr>
            <a:t>MS Office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Меньшая гибкость лицензионной политики</a:t>
          </a:r>
        </a:p>
      </dsp:txBody>
      <dsp:txXfrm>
        <a:off x="234913" y="2496961"/>
        <a:ext cx="2500984" cy="1246760"/>
      </dsp:txXfrm>
    </dsp:sp>
    <dsp:sp modelId="{36F247A6-AFCC-4D61-A9EF-66FE0D42AA76}">
      <dsp:nvSpPr>
        <dsp:cNvPr id="0" name=""/>
        <dsp:cNvSpPr/>
      </dsp:nvSpPr>
      <dsp:spPr>
        <a:xfrm>
          <a:off x="2925971" y="1947237"/>
          <a:ext cx="550216" cy="21557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3595F9-1432-496E-BBE5-E3B42EB983B2}">
      <dsp:nvSpPr>
        <dsp:cNvPr id="0" name=""/>
        <dsp:cNvSpPr/>
      </dsp:nvSpPr>
      <dsp:spPr>
        <a:xfrm>
          <a:off x="2925971" y="2096345"/>
          <a:ext cx="2500984" cy="400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ru-RU" sz="1800" kern="1200" baseline="0" dirty="0">
              <a:latin typeface="Bahnschrift Light SemiCondensed" panose="020B0502040204020203" pitchFamily="34" charset="0"/>
            </a:rPr>
            <a:t>Р7-Офис</a:t>
          </a:r>
        </a:p>
      </dsp:txBody>
      <dsp:txXfrm>
        <a:off x="2925971" y="2096345"/>
        <a:ext cx="2500984" cy="400616"/>
      </dsp:txXfrm>
    </dsp:sp>
    <dsp:sp modelId="{3BA53C82-D0AE-4059-940E-981D4F4CB28E}">
      <dsp:nvSpPr>
        <dsp:cNvPr id="0" name=""/>
        <dsp:cNvSpPr/>
      </dsp:nvSpPr>
      <dsp:spPr>
        <a:xfrm>
          <a:off x="2925971" y="2496961"/>
          <a:ext cx="2500984" cy="1246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Высокая стоимость по сравнению с аналогами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Недостаточная оптимизация для больших таблиц и БД</a:t>
          </a: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baseline="0" dirty="0">
              <a:latin typeface="Bahnschrift Light SemiCondensed" panose="020B0502040204020203" pitchFamily="34" charset="0"/>
            </a:rPr>
            <a:t>Неравномерность развития версий для разных ОС</a:t>
          </a:r>
        </a:p>
      </dsp:txBody>
      <dsp:txXfrm>
        <a:off x="2925971" y="2496961"/>
        <a:ext cx="2500984" cy="12467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055ACA-143B-42A7-84C5-B6D06F659C97}">
      <dsp:nvSpPr>
        <dsp:cNvPr id="0" name=""/>
        <dsp:cNvSpPr/>
      </dsp:nvSpPr>
      <dsp:spPr>
        <a:xfrm>
          <a:off x="233625" y="926742"/>
          <a:ext cx="20614" cy="289904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A44126-29BB-4CD0-8E0A-4E91B4954FE0}">
      <dsp:nvSpPr>
        <dsp:cNvPr id="0" name=""/>
        <dsp:cNvSpPr/>
      </dsp:nvSpPr>
      <dsp:spPr>
        <a:xfrm>
          <a:off x="413998" y="984723"/>
          <a:ext cx="579808" cy="579808"/>
        </a:xfrm>
        <a:prstGeom prst="rect">
          <a:avLst/>
        </a:prstGeom>
        <a:blipFill dpi="0" rotWithShape="1">
          <a:blip xmlns:r="http://schemas.openxmlformats.org/officeDocument/2006/relationships" r:embed="rId1">
            <a:alphaModFix amt="70000"/>
          </a:blip>
          <a:srcRect/>
          <a:stretch>
            <a:fillRect l="13696" t="13696" r="13696" b="13696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46C089-C1BE-41FE-BCC6-439544D667D0}">
      <dsp:nvSpPr>
        <dsp:cNvPr id="0" name=""/>
        <dsp:cNvSpPr/>
      </dsp:nvSpPr>
      <dsp:spPr>
        <a:xfrm>
          <a:off x="413998" y="1680493"/>
          <a:ext cx="2396382" cy="637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ru-RU" sz="1800" kern="1200" baseline="0" dirty="0">
              <a:latin typeface="Bahnschrift Light SemiCondensed" panose="020B0502040204020203" pitchFamily="34" charset="0"/>
            </a:rPr>
            <a:t>Для дома</a:t>
          </a:r>
        </a:p>
      </dsp:txBody>
      <dsp:txXfrm>
        <a:off x="413998" y="1680493"/>
        <a:ext cx="2396382" cy="637789"/>
      </dsp:txXfrm>
    </dsp:sp>
    <dsp:sp modelId="{19BF4898-DC5D-4C9A-9184-7B9952209001}">
      <dsp:nvSpPr>
        <dsp:cNvPr id="0" name=""/>
        <dsp:cNvSpPr/>
      </dsp:nvSpPr>
      <dsp:spPr>
        <a:xfrm>
          <a:off x="413998" y="2434244"/>
          <a:ext cx="2396382" cy="1391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baseline="0" dirty="0">
              <a:latin typeface="Bahnschrift Light SemiCondensed" panose="020B0502040204020203" pitchFamily="34" charset="0"/>
            </a:rPr>
            <a:t>LibreOffice</a:t>
          </a:r>
          <a:endParaRPr lang="ru-RU" sz="1300" b="1" kern="1200" baseline="0" dirty="0">
            <a:latin typeface="Bahnschrift Light SemiCondensed" panose="020B0502040204020203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baseline="0" dirty="0" smtClean="0">
              <a:latin typeface="Bahnschrift Light SemiCondensed" panose="020B0502040204020203" pitchFamily="34" charset="0"/>
            </a:rPr>
            <a:t>LibreOffice </a:t>
          </a:r>
          <a:r>
            <a:rPr lang="ru-RU" sz="1000" kern="1200" baseline="0" dirty="0">
              <a:latin typeface="Bahnschrift Light SemiCondensed" panose="020B0502040204020203" pitchFamily="34" charset="0"/>
            </a:rPr>
            <a:t>бесплатный и без подписок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ru-RU" sz="1000" kern="1200" baseline="0" dirty="0">
            <a:latin typeface="Bahnschrift Light SemiCondensed" panose="020B0502040204020203" pitchFamily="34" charset="0"/>
          </a:endParaRPr>
        </a:p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baseline="0" dirty="0">
              <a:latin typeface="Bahnschrift Light SemiCondensed" panose="020B0502040204020203" pitchFamily="34" charset="0"/>
            </a:rPr>
            <a:t>Google Workspace</a:t>
          </a:r>
          <a:endParaRPr lang="ru-RU" sz="1300" b="1" kern="1200" baseline="0" dirty="0">
            <a:latin typeface="Bahnschrift Light SemiCondensed" panose="020B0502040204020203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000" kern="1200" baseline="0" dirty="0" smtClean="0">
              <a:latin typeface="Bahnschrift Light SemiCondensed" panose="020B0502040204020203" pitchFamily="34" charset="0"/>
            </a:rPr>
            <a:t>Google </a:t>
          </a:r>
          <a:r>
            <a:rPr lang="ru-RU" sz="1000" kern="1200" baseline="0" dirty="0">
              <a:latin typeface="Bahnschrift Light SemiCondensed" panose="020B0502040204020203" pitchFamily="34" charset="0"/>
            </a:rPr>
            <a:t>Workspace удобен для совместной работы с небольшой группой и доступ с любого устройства</a:t>
          </a:r>
        </a:p>
      </dsp:txBody>
      <dsp:txXfrm>
        <a:off x="413998" y="2434244"/>
        <a:ext cx="2396382" cy="1391540"/>
      </dsp:txXfrm>
    </dsp:sp>
    <dsp:sp modelId="{EE1AD0AF-55A3-4429-98AA-469FCB266650}">
      <dsp:nvSpPr>
        <dsp:cNvPr id="0" name=""/>
        <dsp:cNvSpPr/>
      </dsp:nvSpPr>
      <dsp:spPr>
        <a:xfrm>
          <a:off x="3006214" y="926742"/>
          <a:ext cx="20614" cy="289904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D7F83-A359-40AF-A9CD-C34D8354424E}">
      <dsp:nvSpPr>
        <dsp:cNvPr id="0" name=""/>
        <dsp:cNvSpPr/>
      </dsp:nvSpPr>
      <dsp:spPr>
        <a:xfrm>
          <a:off x="3186587" y="984723"/>
          <a:ext cx="579808" cy="579808"/>
        </a:xfrm>
        <a:prstGeom prst="rect">
          <a:avLst/>
        </a:prstGeom>
        <a:blipFill dpi="0" rotWithShape="1">
          <a:blip xmlns:r="http://schemas.openxmlformats.org/officeDocument/2006/relationships" r:embed="rId2">
            <a:alphaModFix amt="70000"/>
          </a:blip>
          <a:srcRect/>
          <a:stretch>
            <a:fillRect l="13696" t="13696" r="13696" b="13696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C4BB2A-D319-4684-AAFD-C0FEF4F1C40E}">
      <dsp:nvSpPr>
        <dsp:cNvPr id="0" name=""/>
        <dsp:cNvSpPr/>
      </dsp:nvSpPr>
      <dsp:spPr>
        <a:xfrm>
          <a:off x="3186587" y="1680493"/>
          <a:ext cx="2396382" cy="637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ru-RU" sz="1800" kern="1200" baseline="0" dirty="0">
              <a:latin typeface="Bahnschrift Light SemiCondensed" panose="020B0502040204020203" pitchFamily="34" charset="0"/>
            </a:rPr>
            <a:t>Для бизнеса</a:t>
          </a:r>
        </a:p>
      </dsp:txBody>
      <dsp:txXfrm>
        <a:off x="3186587" y="1680493"/>
        <a:ext cx="2396382" cy="637789"/>
      </dsp:txXfrm>
    </dsp:sp>
    <dsp:sp modelId="{D3929442-1200-456E-9A37-E7EF94B8BED4}">
      <dsp:nvSpPr>
        <dsp:cNvPr id="0" name=""/>
        <dsp:cNvSpPr/>
      </dsp:nvSpPr>
      <dsp:spPr>
        <a:xfrm>
          <a:off x="3186587" y="2434244"/>
          <a:ext cx="2396382" cy="1391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baseline="0" dirty="0">
              <a:latin typeface="Bahnschrift Light SemiCondensed" panose="020B0502040204020203" pitchFamily="34" charset="0"/>
            </a:rPr>
            <a:t>Microsoft 365</a:t>
          </a:r>
          <a:endParaRPr lang="ru-RU" sz="1300" b="1" kern="1200" baseline="0" dirty="0">
            <a:latin typeface="Bahnschrift Light SemiCondensed" panose="020B0502040204020203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000" b="0" i="0" kern="1200" baseline="0" dirty="0" smtClean="0">
              <a:latin typeface="Bahnschrift Light SemiCondensed" panose="020B0502040204020203" pitchFamily="34" charset="0"/>
            </a:rPr>
            <a:t>В </a:t>
          </a:r>
          <a:r>
            <a:rPr lang="ru-RU" sz="1000" b="0" i="0" kern="1200" baseline="0" dirty="0">
              <a:latin typeface="Bahnschrift Light SemiCondensed" panose="020B0502040204020203" pitchFamily="34" charset="0"/>
            </a:rPr>
            <a:t>Microsoft 365 привычная среда, надежность и полный функционал</a:t>
          </a:r>
          <a:endParaRPr lang="ru-RU" sz="1000" kern="1200" baseline="0" dirty="0">
            <a:latin typeface="Bahnschrift Light SemiCondensed" panose="020B0502040204020203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ru-RU" sz="1000" kern="1200" baseline="0" dirty="0">
            <a:latin typeface="Bahnschrift Light SemiCondensed" panose="020B0502040204020203" pitchFamily="34" charset="0"/>
          </a:endParaRPr>
        </a:p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baseline="0" dirty="0">
              <a:latin typeface="Bahnschrift Light SemiCondensed" panose="020B0502040204020203" pitchFamily="34" charset="0"/>
            </a:rPr>
            <a:t>Google Workspace</a:t>
          </a:r>
          <a:endParaRPr lang="ru-RU" sz="1300" b="1" kern="1200" baseline="0" dirty="0">
            <a:latin typeface="Bahnschrift Light SemiCondensed" panose="020B0502040204020203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000" b="0" i="0" kern="1200" baseline="0" dirty="0" smtClean="0">
              <a:latin typeface="Bahnschrift Light SemiCondensed" panose="020B0502040204020203" pitchFamily="34" charset="0"/>
            </a:rPr>
            <a:t>В </a:t>
          </a:r>
          <a:r>
            <a:rPr lang="ru-RU" sz="1000" b="0" i="0" kern="1200" baseline="0" dirty="0">
              <a:latin typeface="Bahnschrift Light SemiCondensed" panose="020B0502040204020203" pitchFamily="34" charset="0"/>
            </a:rPr>
            <a:t>Google Workspace ниже порог входа по цене, быстрый старт без установки программ</a:t>
          </a:r>
          <a:endParaRPr lang="ru-RU" sz="1000" kern="1200" baseline="0" dirty="0">
            <a:latin typeface="Bahnschrift Light SemiCondensed" panose="020B0502040204020203" pitchFamily="34" charset="0"/>
          </a:endParaRPr>
        </a:p>
      </dsp:txBody>
      <dsp:txXfrm>
        <a:off x="3186587" y="2434244"/>
        <a:ext cx="2396382" cy="1391540"/>
      </dsp:txXfrm>
    </dsp:sp>
    <dsp:sp modelId="{CFC12536-D048-4F34-8366-6BFA374C3B48}">
      <dsp:nvSpPr>
        <dsp:cNvPr id="0" name=""/>
        <dsp:cNvSpPr/>
      </dsp:nvSpPr>
      <dsp:spPr>
        <a:xfrm>
          <a:off x="5778802" y="926742"/>
          <a:ext cx="20614" cy="289904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8668A1-8BF4-4DD5-827C-9374FBC6FDED}">
      <dsp:nvSpPr>
        <dsp:cNvPr id="0" name=""/>
        <dsp:cNvSpPr/>
      </dsp:nvSpPr>
      <dsp:spPr>
        <a:xfrm>
          <a:off x="5959175" y="984723"/>
          <a:ext cx="579808" cy="579808"/>
        </a:xfrm>
        <a:prstGeom prst="rect">
          <a:avLst/>
        </a:prstGeom>
        <a:blipFill dpi="0" rotWithShape="1">
          <a:blip xmlns:r="http://schemas.openxmlformats.org/officeDocument/2006/relationships" r:embed="rId3">
            <a:alphaModFix amt="70000"/>
          </a:blip>
          <a:srcRect/>
          <a:stretch>
            <a:fillRect l="13696" t="13696" r="13696" b="13696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AA1B5B-95C6-4136-A3AA-83E0A1738C76}">
      <dsp:nvSpPr>
        <dsp:cNvPr id="0" name=""/>
        <dsp:cNvSpPr/>
      </dsp:nvSpPr>
      <dsp:spPr>
        <a:xfrm>
          <a:off x="5959175" y="1680493"/>
          <a:ext cx="2396382" cy="637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defRPr b="1"/>
          </a:pPr>
          <a:r>
            <a:rPr lang="ru-RU" sz="1800" kern="1200" baseline="0" dirty="0">
              <a:latin typeface="Bahnschrift Light SemiCondensed" panose="020B0502040204020203" pitchFamily="34" charset="0"/>
            </a:rPr>
            <a:t>Для госучреждений</a:t>
          </a:r>
        </a:p>
      </dsp:txBody>
      <dsp:txXfrm>
        <a:off x="5959175" y="1680493"/>
        <a:ext cx="2396382" cy="637789"/>
      </dsp:txXfrm>
    </dsp:sp>
    <dsp:sp modelId="{4FF210E8-3D40-4282-94E0-BED141DF5871}">
      <dsp:nvSpPr>
        <dsp:cNvPr id="0" name=""/>
        <dsp:cNvSpPr/>
      </dsp:nvSpPr>
      <dsp:spPr>
        <a:xfrm>
          <a:off x="5959175" y="2434244"/>
          <a:ext cx="2396382" cy="1391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1" kern="1200" baseline="0" dirty="0">
              <a:latin typeface="Bahnschrift Light SemiCondensed" panose="020B0502040204020203" pitchFamily="34" charset="0"/>
            </a:rPr>
            <a:t>МойОфис</a:t>
          </a:r>
        </a:p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300" b="1" kern="1200" baseline="0" dirty="0">
              <a:latin typeface="Bahnschrift Light SemiCondensed" panose="020B0502040204020203" pitchFamily="34" charset="0"/>
            </a:rPr>
            <a:t>Р7-Офис</a:t>
          </a:r>
        </a:p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300" kern="1200" baseline="0" dirty="0">
            <a:latin typeface="Bahnschrift Light SemiCondensed" panose="020B0502040204020203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000" kern="1200" baseline="0" dirty="0" smtClean="0">
              <a:latin typeface="Bahnschrift Light SemiCondensed" panose="020B0502040204020203" pitchFamily="34" charset="0"/>
            </a:rPr>
            <a:t>Оба </a:t>
          </a:r>
          <a:r>
            <a:rPr lang="ru-RU" sz="1000" kern="1200" baseline="0" dirty="0">
              <a:latin typeface="Bahnschrift Light SemiCondensed" panose="020B0502040204020203" pitchFamily="34" charset="0"/>
            </a:rPr>
            <a:t>входят в реестр отечественного ПО, обеспечивают безопасность данных и совместимость с ГОСТ</a:t>
          </a:r>
        </a:p>
      </dsp:txBody>
      <dsp:txXfrm>
        <a:off x="5959175" y="2434244"/>
        <a:ext cx="2396382" cy="1391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6/layout/TextCardShortLine">
  <dgm:title val=""/>
  <dgm:desc val=""/>
  <dgm:catLst>
    <dgm:cat type="textcard" pri="104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22"/>
          <dgm:constr type="h" for="ch" forName="accentLine" refType="h" fact="0.012"/>
          <dgm:constr type="l" for="ch" forName="titleText"/>
          <dgm:constr type="t" for="ch" forName="titleText" refType="h" fact="0.083"/>
          <dgm:constr type="w" for="ch" forName="titleText" refType="w"/>
          <dgm:constr type="h" for="ch" forName="titleText" refType="h" fact="0.223"/>
          <dgm:constr type="l" for="ch" forName="bodyText"/>
          <dgm:constr type="t" for="ch" forName="bodyText" refType="h" fact="0.306"/>
          <dgm:constr type="w" for="ch" forName="bodyText" refType="w"/>
          <dgm:constr type="h" for="ch" forName="bodyText" refType="h" fact="0.694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=""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6/layout/TextCardShortLine">
  <dgm:title val=""/>
  <dgm:desc val=""/>
  <dgm:catLst>
    <dgm:cat type="textcard" pri="104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67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22"/>
          <dgm:constr type="h" for="ch" forName="accentLine" refType="h" fact="0.012"/>
          <dgm:constr type="l" for="ch" forName="titleText"/>
          <dgm:constr type="t" for="ch" forName="titleText" refType="h" fact="0.083"/>
          <dgm:constr type="w" for="ch" forName="titleText" refType="w"/>
          <dgm:constr type="h" for="ch" forName="titleText" refType="h" fact="0.223"/>
          <dgm:constr type="l" for="ch" forName="bodyText"/>
          <dgm:constr type="t" for="ch" forName="bodyText" refType="h" fact="0.306"/>
          <dgm:constr type="w" for="ch" forName="bodyText" refType="w"/>
          <dgm:constr type="h" for="ch" forName="bodyText" refType="h" fact="0.694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=""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defRPr b="1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26/layout/TextCardSideLineIcon">
  <dgm:title val=""/>
  <dgm:desc val=""/>
  <dgm:catLst>
    <dgm:cat type="textcard" pri="101"/>
    <dgm:cat type="pictureconvert" pri="35000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008"/>
          <dgm:constr type="h" for="ch" forName="accentLine" refType="h"/>
          <dgm:constr type="l" for="ch" forName="iconShape" refType="w" fact="0.07"/>
          <dgm:constr type="t" for="ch" forName="iconShape" refType="h" fact="0.02"/>
          <dgm:constr type="w" for="ch" forName="iconShape" refType="h" fact="0.2"/>
          <dgm:constr type="h" for="ch" forName="iconShape" refType="h" fact="0.2"/>
          <dgm:constr type="l" for="ch" forName="titleText" refType="w" fact="0.07"/>
          <dgm:constr type="t" for="ch" forName="titleText" refType="h" fact="0.26"/>
          <dgm:constr type="w" for="ch" forName="titleText" refType="w" fact="0.93"/>
          <dgm:constr type="h" for="ch" forName="titleText" refType="h" fact="0.22"/>
          <dgm:constr type="l" for="ch" forName="bodyText" refType="w" fact="0.07"/>
          <dgm:constr type="t" for="ch" forName="bodyText" refType="h" fact="0.52"/>
          <dgm:constr type="w" for="ch" forName="bodyText" refType="w" fact="0.93"/>
          <dgm:constr type="h" for="ch" forName="bodyText" refType="h" fact="0.48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=""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iconShape" styleLbl="dkBgShp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2686050"/>
            <a:ext cx="3962400" cy="16002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085850"/>
            <a:ext cx="3962400" cy="1600200"/>
          </a:xfrm>
        </p:spPr>
        <p:txBody>
          <a:bodyPr anchor="b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9" y="4819651"/>
            <a:ext cx="2819399" cy="95249"/>
          </a:xfrm>
        </p:spPr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4800600"/>
            <a:ext cx="457200" cy="114300"/>
          </a:xfrm>
        </p:spPr>
        <p:txBody>
          <a:bodyPr/>
          <a:lstStyle>
            <a:lvl1pPr algn="r">
              <a:defRPr/>
            </a:lvl1pPr>
          </a:lstStyle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1" y="4722186"/>
            <a:ext cx="2820987" cy="11430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2901"/>
            <a:ext cx="3657600" cy="428624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51435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9" y="4819651"/>
            <a:ext cx="2819399" cy="95249"/>
          </a:xfrm>
        </p:spPr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4800600"/>
            <a:ext cx="533400" cy="114300"/>
          </a:xfrm>
        </p:spPr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1" y="4722186"/>
            <a:ext cx="2820987" cy="11430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371600"/>
            <a:ext cx="3200400" cy="1314450"/>
          </a:xfrm>
        </p:spPr>
        <p:txBody>
          <a:bodyPr anchor="b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2683668"/>
            <a:ext cx="3200645" cy="1094825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571750"/>
            <a:ext cx="3124200" cy="200025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42900"/>
            <a:ext cx="3124200" cy="200025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342901"/>
            <a:ext cx="2819400" cy="428624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6428"/>
            <a:ext cx="3581400" cy="30837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506466"/>
            <a:ext cx="3581400" cy="1893834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2571750"/>
            <a:ext cx="3581400" cy="30837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2880121"/>
            <a:ext cx="3581400" cy="1886399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342901"/>
            <a:ext cx="2819400" cy="428624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342900"/>
            <a:ext cx="3962400" cy="42862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257300"/>
            <a:ext cx="2514600" cy="1406128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57300"/>
            <a:ext cx="4700016" cy="26289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2664279"/>
            <a:ext cx="2209800" cy="1221921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1" y="1257300"/>
            <a:ext cx="4696967" cy="26289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257300"/>
            <a:ext cx="2514600" cy="1406979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2664279"/>
            <a:ext cx="2209800" cy="1221921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4" y="0"/>
            <a:ext cx="320307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342900"/>
            <a:ext cx="2819400" cy="4286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42901"/>
            <a:ext cx="3657600" cy="4286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4800600"/>
            <a:ext cx="533400" cy="114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C7C1657-1F45-4ABC-9C07-93D7C3D34285}" type="slidenum">
              <a:rPr lang="ru-RU" smtClean="0"/>
              <a:t>‹#›</a:t>
            </a:fld>
            <a:endParaRPr lang="ru-RU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2" y="4819651"/>
            <a:ext cx="2819399" cy="95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8D15176-2D3B-4E6C-B442-11692E19D3C4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4" y="4722186"/>
            <a:ext cx="2820987" cy="114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eoffice.org/" TargetMode="External"/><Relationship Id="rId7" Type="http://schemas.openxmlformats.org/officeDocument/2006/relationships/hyperlink" Target="https://reestr.digital.gov.ru/" TargetMode="External"/><Relationship Id="rId2" Type="http://schemas.openxmlformats.org/officeDocument/2006/relationships/hyperlink" Target="https://microsoft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7-office.ru/" TargetMode="External"/><Relationship Id="rId5" Type="http://schemas.openxmlformats.org/officeDocument/2006/relationships/hyperlink" Target="https://myoffice.ru/" TargetMode="External"/><Relationship Id="rId4" Type="http://schemas.openxmlformats.org/officeDocument/2006/relationships/hyperlink" Target="https://workspace.goo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ru-RU" sz="1600" dirty="0">
                <a:latin typeface="Bahnschrift Light SemiCondensed" pitchFamily="34" charset="0"/>
              </a:rPr>
              <a:t>ИС-34</a:t>
            </a:r>
          </a:p>
          <a:p>
            <a:pPr algn="r"/>
            <a:r>
              <a:rPr lang="ru-RU" sz="1600" dirty="0">
                <a:latin typeface="Bahnschrift Light SemiCondensed" pitchFamily="34" charset="0"/>
              </a:rPr>
              <a:t>Богданов Н.Н.</a:t>
            </a:r>
          </a:p>
          <a:p>
            <a:pPr algn="r"/>
            <a:r>
              <a:rPr lang="ru-RU" sz="1600" dirty="0">
                <a:latin typeface="Bahnschrift Light SemiCondensed" pitchFamily="34" charset="0"/>
              </a:rPr>
              <a:t>Новоселов А.А</a:t>
            </a:r>
            <a:r>
              <a:rPr lang="ru-RU" sz="1600" dirty="0" smtClean="0">
                <a:latin typeface="Bahnschrift Light SemiCondensed" pitchFamily="34" charset="0"/>
              </a:rPr>
              <a:t>.</a:t>
            </a:r>
            <a:endParaRPr lang="en-US" sz="1600" dirty="0" smtClean="0">
              <a:latin typeface="Bahnschrift Light SemiCondensed" pitchFamily="34" charset="0"/>
            </a:endParaRPr>
          </a:p>
          <a:p>
            <a:pPr algn="r"/>
            <a:endParaRPr lang="ru-RU" sz="1600" dirty="0">
              <a:latin typeface="Bahnschrift Light SemiCondensed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5656" y="1085850"/>
            <a:ext cx="4925144" cy="1600200"/>
          </a:xfrm>
        </p:spPr>
        <p:txBody>
          <a:bodyPr>
            <a:noAutofit/>
          </a:bodyPr>
          <a:lstStyle/>
          <a:p>
            <a:r>
              <a:rPr lang="ru-RU" sz="4200" dirty="0">
                <a:latin typeface="Bahnschrift Condensed" pitchFamily="34" charset="0"/>
              </a:rPr>
              <a:t>Сравнительный анализ офисных пакетов</a:t>
            </a:r>
          </a:p>
        </p:txBody>
      </p:sp>
    </p:spTree>
    <p:extLst>
      <p:ext uri="{BB962C8B-B14F-4D97-AF65-F5344CB8AC3E}">
        <p14:creationId xmlns:p14="http://schemas.microsoft.com/office/powerpoint/2010/main" val="791183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67544" y="771550"/>
            <a:ext cx="3960440" cy="3281536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Bahnschrift Light SemiCondensed" pitchFamily="34" charset="0"/>
              </a:rPr>
              <a:t>Сравнить современные офисные пакеты по объективным техническим, функциональным и экономическим критериям, найти и систематизировать информацию из открытых источников и представить результаты сравнения в виде стильной презентации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67544" y="342900"/>
            <a:ext cx="2675384" cy="788690"/>
          </a:xfrm>
        </p:spPr>
        <p:txBody>
          <a:bodyPr>
            <a:normAutofit/>
          </a:bodyPr>
          <a:lstStyle/>
          <a:p>
            <a:pPr algn="l"/>
            <a:r>
              <a:rPr lang="ru-RU" sz="3200" dirty="0">
                <a:latin typeface="Bahnschrift Condensed" pitchFamily="34" charset="0"/>
              </a:rPr>
              <a:t>Цель работы</a:t>
            </a: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923678"/>
            <a:ext cx="3650573" cy="181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550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>
            <a:extLst>
              <a:ext uri="{FF2B5EF4-FFF2-40B4-BE49-F238E27FC236}">
                <a16:creationId xmlns="" xmlns:a16="http://schemas.microsoft.com/office/drawing/2014/main" id="{92FED70E-8482-7474-44BC-FAB4662EBD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5644991"/>
              </p:ext>
            </p:extLst>
          </p:nvPr>
        </p:nvGraphicFramePr>
        <p:xfrm>
          <a:off x="323528" y="987574"/>
          <a:ext cx="7992888" cy="180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4EF175E2-DD68-2F57-7617-E6DFA17890AD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4680520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Bahnschrift Condensed" pitchFamily="34" charset="0"/>
              </a:rPr>
              <a:t>Объекты и критерии сравнения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8E790AF1-F128-53A7-2C73-DBC5752718D8}"/>
              </a:ext>
            </a:extLst>
          </p:cNvPr>
          <p:cNvSpPr txBox="1"/>
          <p:nvPr/>
        </p:nvSpPr>
        <p:spPr>
          <a:xfrm>
            <a:off x="318200" y="3147814"/>
            <a:ext cx="3816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ahnschrift Light SemiCondensed" panose="020B0502040204020203" pitchFamily="34" charset="0"/>
              </a:rPr>
              <a:t>Модель лицензирования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ahnschrift Light SemiCondensed" panose="020B0502040204020203" pitchFamily="34" charset="0"/>
              </a:rPr>
              <a:t>Стоимость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ahnschrift Light SemiCondensed" panose="020B0502040204020203" pitchFamily="34" charset="0"/>
              </a:rPr>
              <a:t>Поддерживаемые ОС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ahnschrift Light SemiCondensed" panose="020B0502040204020203" pitchFamily="34" charset="0"/>
              </a:rPr>
              <a:t>Основные форматы файлов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ahnschrift Light SemiCondensed" panose="020B0502040204020203" pitchFamily="34" charset="0"/>
              </a:rPr>
              <a:t>Совместное редактирование онлайн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8EE5E93-455D-D069-26A7-CC18B80FE9FC}"/>
              </a:ext>
            </a:extLst>
          </p:cNvPr>
          <p:cNvSpPr txBox="1"/>
          <p:nvPr/>
        </p:nvSpPr>
        <p:spPr>
          <a:xfrm>
            <a:off x="4499992" y="3168124"/>
            <a:ext cx="3816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ahnschrift Light SemiCondensed" panose="020B0502040204020203" pitchFamily="34" charset="0"/>
              </a:rPr>
              <a:t>В реестре отечественного ПО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ahnschrift Light SemiCondensed" panose="020B0502040204020203" pitchFamily="34" charset="0"/>
              </a:rPr>
              <a:t>Оценка интерфейса (1-5)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ahnschrift Light SemiCondensed" panose="020B0502040204020203" pitchFamily="34" charset="0"/>
              </a:rPr>
              <a:t>Сильные стороны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Bahnschrift Light SemiCondensed" panose="020B0502040204020203" pitchFamily="34" charset="0"/>
              </a:rPr>
              <a:t>Ограничения</a:t>
            </a:r>
          </a:p>
        </p:txBody>
      </p:sp>
    </p:spTree>
    <p:extLst>
      <p:ext uri="{BB962C8B-B14F-4D97-AF65-F5344CB8AC3E}">
        <p14:creationId xmlns:p14="http://schemas.microsoft.com/office/powerpoint/2010/main" val="3414556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632F3C-795A-067C-A9C9-888BD9076317}"/>
              </a:ext>
            </a:extLst>
          </p:cNvPr>
          <p:cNvSpPr txBox="1">
            <a:spLocks/>
          </p:cNvSpPr>
          <p:nvPr/>
        </p:nvSpPr>
        <p:spPr>
          <a:xfrm>
            <a:off x="467544" y="339502"/>
            <a:ext cx="4154036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Bahnschrift Condensed" pitchFamily="34" charset="0"/>
              </a:rPr>
              <a:t>Лицензирование и стоимость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="" xmlns:a16="http://schemas.microsoft.com/office/drawing/2014/main" id="{58B22504-AF92-0BAA-6238-B54A64CEE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922241"/>
              </p:ext>
            </p:extLst>
          </p:nvPr>
        </p:nvGraphicFramePr>
        <p:xfrm>
          <a:off x="179512" y="1187450"/>
          <a:ext cx="8424936" cy="2763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08312">
                  <a:extLst>
                    <a:ext uri="{9D8B030D-6E8A-4147-A177-3AD203B41FA5}">
                      <a16:colId xmlns="" xmlns:a16="http://schemas.microsoft.com/office/drawing/2014/main" val="3662056646"/>
                    </a:ext>
                  </a:extLst>
                </a:gridCol>
                <a:gridCol w="2808312">
                  <a:extLst>
                    <a:ext uri="{9D8B030D-6E8A-4147-A177-3AD203B41FA5}">
                      <a16:colId xmlns="" xmlns:a16="http://schemas.microsoft.com/office/drawing/2014/main" val="4103769505"/>
                    </a:ext>
                  </a:extLst>
                </a:gridCol>
                <a:gridCol w="2808312">
                  <a:extLst>
                    <a:ext uri="{9D8B030D-6E8A-4147-A177-3AD203B41FA5}">
                      <a16:colId xmlns="" xmlns:a16="http://schemas.microsoft.com/office/drawing/2014/main" val="1633654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latin typeface="Bahnschrift Light SemiCondensed" panose="020B0502040204020203" pitchFamily="34" charset="0"/>
                        </a:rPr>
                        <a:t>Пакет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latin typeface="Bahnschrift Light SemiCondensed" panose="020B0502040204020203" pitchFamily="34" charset="0"/>
                        </a:rPr>
                        <a:t>Модель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latin typeface="Bahnschrift Light SemiCondensed" panose="020B0502040204020203" pitchFamily="34" charset="0"/>
                        </a:rPr>
                        <a:t>Цена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04659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Bahnschrift Light SemiCondensed" panose="020B0502040204020203" pitchFamily="34" charset="0"/>
                        </a:rPr>
                        <a:t>Microsoft 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Подписка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Дом: от </a:t>
                      </a:r>
                      <a:r>
                        <a:rPr lang="en-US" dirty="0">
                          <a:latin typeface="Bahnschrift Light SemiCondensed" panose="020B0502040204020203" pitchFamily="34" charset="0"/>
                        </a:rPr>
                        <a:t>~</a:t>
                      </a:r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800₽/мес</a:t>
                      </a:r>
                    </a:p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Бизнес: от </a:t>
                      </a:r>
                      <a:r>
                        <a:rPr lang="en-US" dirty="0">
                          <a:latin typeface="Bahnschrift Light SemiCondensed" panose="020B0502040204020203" pitchFamily="34" charset="0"/>
                        </a:rPr>
                        <a:t>~</a:t>
                      </a:r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500-5000₽/мес.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48364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Bahnschrift Light SemiCondensed" panose="020B0502040204020203" pitchFamily="34" charset="0"/>
                        </a:rPr>
                        <a:t>LibreOffice</a:t>
                      </a:r>
                      <a:endParaRPr lang="ru-RU" dirty="0">
                        <a:latin typeface="Bahnschrift Light SemiCondensed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Бесплатное ПО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Бесплатно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408242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Bahnschrift Light SemiCondensed" panose="020B0502040204020203" pitchFamily="34" charset="0"/>
                        </a:rPr>
                        <a:t>Google Workspace</a:t>
                      </a:r>
                      <a:endParaRPr lang="ru-RU" dirty="0">
                        <a:latin typeface="Bahnschrift Light SemiCondensed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Подписка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Бизнес: от </a:t>
                      </a:r>
                      <a:r>
                        <a:rPr lang="en-US" dirty="0">
                          <a:latin typeface="Bahnschrift Light SemiCondensed" panose="020B0502040204020203" pitchFamily="34" charset="0"/>
                        </a:rPr>
                        <a:t>~</a:t>
                      </a:r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550₽/польз./мес.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514592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МойОфис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Подписка / Бессрочная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Бизнес: от 2500₽/год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88407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Р7-Офис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Подписка / Бессрочная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latin typeface="Bahnschrift Light SemiCondensed" panose="020B0502040204020203" pitchFamily="34" charset="0"/>
                        </a:rPr>
                        <a:t>Бизнес: от 3000₽/год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8609825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06AA66F-CCD1-3FC6-B61B-FD76EC5CF199}"/>
              </a:ext>
            </a:extLst>
          </p:cNvPr>
          <p:cNvSpPr txBox="1"/>
          <p:nvPr/>
        </p:nvSpPr>
        <p:spPr>
          <a:xfrm>
            <a:off x="179512" y="3927832"/>
            <a:ext cx="79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Light SemiCondensed" panose="020B0502040204020203" pitchFamily="34" charset="0"/>
              </a:rPr>
              <a:t>Ключевое преимущество российских пакетов — возможность бессрочной покупки</a:t>
            </a:r>
          </a:p>
        </p:txBody>
      </p:sp>
    </p:spTree>
    <p:extLst>
      <p:ext uri="{BB962C8B-B14F-4D97-AF65-F5344CB8AC3E}">
        <p14:creationId xmlns:p14="http://schemas.microsoft.com/office/powerpoint/2010/main" val="2263041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="" xmlns:a16="http://schemas.microsoft.com/office/drawing/2014/main" id="{6BD40BE7-8233-8C02-2FC4-B89B6388B1DE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4680520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Bahnschrift Condensed" pitchFamily="34" charset="0"/>
              </a:rPr>
              <a:t>Оценка интерфейса</a:t>
            </a: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="" xmlns:a16="http://schemas.microsoft.com/office/drawing/2014/main" id="{D2C45E72-C380-F9A3-292C-C2E64BFFD3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8185769"/>
              </p:ext>
            </p:extLst>
          </p:nvPr>
        </p:nvGraphicFramePr>
        <p:xfrm>
          <a:off x="467544" y="1059582"/>
          <a:ext cx="5040560" cy="3741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17FF92C-DDAE-1E95-2981-2555F2BBE727}"/>
              </a:ext>
            </a:extLst>
          </p:cNvPr>
          <p:cNvSpPr txBox="1"/>
          <p:nvPr/>
        </p:nvSpPr>
        <p:spPr>
          <a:xfrm>
            <a:off x="5508104" y="1131590"/>
            <a:ext cx="30963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Light SemiCondensed" panose="020B0502040204020203" pitchFamily="34" charset="0"/>
              </a:rPr>
              <a:t>Microsoft 365 и Google Workspace получили максимальные 5 баллов за интуитивность и современный дизайн. Российские пакеты и LibreOffice получили оценку ниже, т.к. они предлагают привычный интерфейс в стиле MS Office для облегчения перехода, но имеют небольшие недочеты в эргономике</a:t>
            </a:r>
          </a:p>
        </p:txBody>
      </p:sp>
    </p:spTree>
    <p:extLst>
      <p:ext uri="{BB962C8B-B14F-4D97-AF65-F5344CB8AC3E}">
        <p14:creationId xmlns:p14="http://schemas.microsoft.com/office/powerpoint/2010/main" val="169825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>
            <a:extLst>
              <a:ext uri="{FF2B5EF4-FFF2-40B4-BE49-F238E27FC236}">
                <a16:creationId xmlns="" xmlns:a16="http://schemas.microsoft.com/office/drawing/2014/main" id="{0F77AD8C-C6BC-63EE-AF1F-79346D472B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1896350"/>
              </p:ext>
            </p:extLst>
          </p:nvPr>
        </p:nvGraphicFramePr>
        <p:xfrm>
          <a:off x="539552" y="1223030"/>
          <a:ext cx="5136232" cy="34241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071F3B4-B1C6-08A6-DD71-FD64834EEE44}"/>
              </a:ext>
            </a:extLst>
          </p:cNvPr>
          <p:cNvSpPr txBox="1"/>
          <p:nvPr/>
        </p:nvSpPr>
        <p:spPr>
          <a:xfrm>
            <a:off x="1104900" y="2514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8" name="Заголовок 2">
            <a:extLst>
              <a:ext uri="{FF2B5EF4-FFF2-40B4-BE49-F238E27FC236}">
                <a16:creationId xmlns="" xmlns:a16="http://schemas.microsoft.com/office/drawing/2014/main" id="{35C4783C-4F69-F35A-6664-1D2BF1FF11FC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4680520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Bahnschrift Condensed" pitchFamily="34" charset="0"/>
              </a:rPr>
              <a:t>Платформы и форматы файлов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43D6B7C-7169-2F63-AA1D-8BEBBDA5C078}"/>
              </a:ext>
            </a:extLst>
          </p:cNvPr>
          <p:cNvSpPr txBox="1"/>
          <p:nvPr/>
        </p:nvSpPr>
        <p:spPr>
          <a:xfrm>
            <a:off x="5939480" y="1223030"/>
            <a:ext cx="28809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Light SemiCondensed" panose="020B0502040204020203" pitchFamily="34" charset="0"/>
              </a:rPr>
              <a:t>Все современные пакеты обеспечивают базовую совместимость с форматами MS Office</a:t>
            </a:r>
          </a:p>
          <a:p>
            <a:endParaRPr lang="ru-RU" dirty="0">
              <a:latin typeface="Bahnschrift Light SemiCondensed" panose="020B0502040204020203" pitchFamily="34" charset="0"/>
            </a:endParaRPr>
          </a:p>
          <a:p>
            <a:r>
              <a:rPr lang="ru-RU" dirty="0">
                <a:latin typeface="Bahnschrift Light SemiCondensed" panose="020B0502040204020203" pitchFamily="34" charset="0"/>
              </a:rPr>
              <a:t>Google Workspace не имеет полноценных десктопных приложений для Windows/</a:t>
            </a:r>
            <a:r>
              <a:rPr lang="ru-RU" dirty="0" err="1">
                <a:latin typeface="Bahnschrift Light SemiCondensed" panose="020B0502040204020203" pitchFamily="34" charset="0"/>
              </a:rPr>
              <a:t>macOS</a:t>
            </a:r>
            <a:r>
              <a:rPr lang="ru-RU" dirty="0">
                <a:latin typeface="Bahnschrift Light SemiCondensed" panose="020B0502040204020203" pitchFamily="34" charset="0"/>
              </a:rPr>
              <a:t>. Работа на ПК осуществляется только через веб-браузер</a:t>
            </a:r>
          </a:p>
        </p:txBody>
      </p:sp>
    </p:spTree>
    <p:extLst>
      <p:ext uri="{BB962C8B-B14F-4D97-AF65-F5344CB8AC3E}">
        <p14:creationId xmlns:p14="http://schemas.microsoft.com/office/powerpoint/2010/main" val="178539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73316E1A-C2F9-9B96-1D54-8D6972872CD1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4680520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Bahnschrift Condensed" pitchFamily="34" charset="0"/>
              </a:rPr>
              <a:t>Сильные стороны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="" xmlns:a16="http://schemas.microsoft.com/office/drawing/2014/main" id="{6D8A1761-95A0-C8FA-2437-CB3686786B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9840690"/>
              </p:ext>
            </p:extLst>
          </p:nvPr>
        </p:nvGraphicFramePr>
        <p:xfrm>
          <a:off x="107504" y="1203598"/>
          <a:ext cx="8352928" cy="3524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8527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9AE3147-CFEC-600F-99A0-A868B20D3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AFA7D0EF-BD34-C6D6-B139-8845F0B9482F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4680520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Bahnschrift Condensed" pitchFamily="34" charset="0"/>
              </a:rPr>
              <a:t>Ограничения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="" xmlns:a16="http://schemas.microsoft.com/office/drawing/2014/main" id="{30185D51-EFDA-34AD-36AC-2C19CB2219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6283030"/>
              </p:ext>
            </p:extLst>
          </p:nvPr>
        </p:nvGraphicFramePr>
        <p:xfrm>
          <a:off x="323528" y="1131590"/>
          <a:ext cx="8352928" cy="374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1415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CED7CAFB-58BC-E8A7-BDDF-A7956CEE1B7B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4680520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Bahnschrift Condensed" pitchFamily="34" charset="0"/>
              </a:rPr>
              <a:t>Рекомендации по выбору пакета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="" xmlns:a16="http://schemas.microsoft.com/office/drawing/2014/main" id="{6D641B1F-EC6B-A654-CAB1-90753F4D28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454741"/>
              </p:ext>
            </p:extLst>
          </p:nvPr>
        </p:nvGraphicFramePr>
        <p:xfrm>
          <a:off x="206158" y="483518"/>
          <a:ext cx="8589184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3156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="" xmlns:a16="http://schemas.microsoft.com/office/drawing/2014/main" id="{DAF2A7F7-F245-D766-2C3A-F77ED8A2D4CD}"/>
              </a:ext>
            </a:extLst>
          </p:cNvPr>
          <p:cNvSpPr txBox="1">
            <a:spLocks/>
          </p:cNvSpPr>
          <p:nvPr/>
        </p:nvSpPr>
        <p:spPr>
          <a:xfrm>
            <a:off x="467544" y="342900"/>
            <a:ext cx="4680520" cy="78869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gradFill>
                  <a:gsLst>
                    <a:gs pos="0">
                      <a:schemeClr val="tx1">
                        <a:lumMod val="50000"/>
                      </a:schemeClr>
                    </a:gs>
                    <a:gs pos="61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200" dirty="0">
                <a:latin typeface="Bahnschrift Condensed" pitchFamily="34" charset="0"/>
              </a:rPr>
              <a:t>Список источников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2E9355F-F85C-BC2F-99D4-AEDF21AEF08D}"/>
              </a:ext>
            </a:extLst>
          </p:cNvPr>
          <p:cNvSpPr txBox="1"/>
          <p:nvPr/>
        </p:nvSpPr>
        <p:spPr>
          <a:xfrm>
            <a:off x="467544" y="1275606"/>
            <a:ext cx="519244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Bahnschrift Light SemiCondensed" panose="020B0502040204020203" pitchFamily="34" charset="0"/>
              </a:rPr>
              <a:t>Официальные ресурсы разработчиков:</a:t>
            </a:r>
          </a:p>
          <a:p>
            <a:endParaRPr lang="ru-RU" dirty="0">
              <a:latin typeface="Bahnschrift Light SemiCondensed" panose="020B0502040204020203" pitchFamily="34" charset="0"/>
            </a:endParaRPr>
          </a:p>
          <a:p>
            <a:r>
              <a:rPr lang="en-US" dirty="0">
                <a:latin typeface="Bahnschrift Light SemiCondensed" panose="020B0502040204020203" pitchFamily="34" charset="0"/>
              </a:rPr>
              <a:t>Microsoft 365: </a:t>
            </a:r>
            <a:r>
              <a:rPr lang="en-US" dirty="0">
                <a:latin typeface="Bahnschrift Light SemiCondensed" panose="020B0502040204020203" pitchFamily="34" charset="0"/>
                <a:hlinkClick r:id="rId2"/>
              </a:rPr>
              <a:t>https://microsoft.com/</a:t>
            </a:r>
            <a:endParaRPr lang="en-US" dirty="0">
              <a:latin typeface="Bahnschrift Light SemiCondensed" panose="020B0502040204020203" pitchFamily="34" charset="0"/>
            </a:endParaRPr>
          </a:p>
          <a:p>
            <a:r>
              <a:rPr lang="en-US" dirty="0">
                <a:latin typeface="Bahnschrift Light SemiCondensed" panose="020B0502040204020203" pitchFamily="34" charset="0"/>
              </a:rPr>
              <a:t>LibreOffice: </a:t>
            </a:r>
            <a:r>
              <a:rPr lang="en-US" dirty="0">
                <a:latin typeface="Bahnschrift Light SemiCondensed" panose="020B0502040204020203" pitchFamily="34" charset="0"/>
                <a:hlinkClick r:id="rId3"/>
              </a:rPr>
              <a:t>https://libreoffice.org/</a:t>
            </a:r>
            <a:endParaRPr lang="en-US" dirty="0">
              <a:latin typeface="Bahnschrift Light SemiCondensed" panose="020B0502040204020203" pitchFamily="34" charset="0"/>
            </a:endParaRPr>
          </a:p>
          <a:p>
            <a:r>
              <a:rPr lang="en-US" dirty="0">
                <a:latin typeface="Bahnschrift Light SemiCondensed" panose="020B0502040204020203" pitchFamily="34" charset="0"/>
              </a:rPr>
              <a:t>Google Workspace: </a:t>
            </a:r>
            <a:r>
              <a:rPr lang="en-US" dirty="0">
                <a:latin typeface="Bahnschrift Light SemiCondensed" panose="020B0502040204020203" pitchFamily="34" charset="0"/>
                <a:hlinkClick r:id="rId4"/>
              </a:rPr>
              <a:t>https://workspace.google.com/</a:t>
            </a:r>
            <a:endParaRPr lang="en-US" dirty="0">
              <a:latin typeface="Bahnschrift Light SemiCondensed" panose="020B0502040204020203" pitchFamily="34" charset="0"/>
            </a:endParaRPr>
          </a:p>
          <a:p>
            <a:r>
              <a:rPr lang="ru-RU" dirty="0">
                <a:latin typeface="Bahnschrift Light SemiCondensed" panose="020B0502040204020203" pitchFamily="34" charset="0"/>
              </a:rPr>
              <a:t>МойОфис: </a:t>
            </a:r>
            <a:r>
              <a:rPr lang="en-US" dirty="0">
                <a:latin typeface="Bahnschrift Light SemiCondensed" panose="020B0502040204020203" pitchFamily="34" charset="0"/>
                <a:hlinkClick r:id="rId5"/>
              </a:rPr>
              <a:t>https://myoffice.ru/</a:t>
            </a:r>
            <a:endParaRPr lang="ru-RU" dirty="0">
              <a:latin typeface="Bahnschrift Light SemiCondensed" panose="020B0502040204020203" pitchFamily="34" charset="0"/>
            </a:endParaRPr>
          </a:p>
          <a:p>
            <a:r>
              <a:rPr lang="ru-RU" dirty="0">
                <a:latin typeface="Bahnschrift Light SemiCondensed" panose="020B0502040204020203" pitchFamily="34" charset="0"/>
              </a:rPr>
              <a:t>Р7-Офис: </a:t>
            </a:r>
            <a:r>
              <a:rPr lang="en-US" dirty="0">
                <a:latin typeface="Bahnschrift Light SemiCondensed" panose="020B0502040204020203" pitchFamily="34" charset="0"/>
                <a:hlinkClick r:id="rId6"/>
              </a:rPr>
              <a:t>https://r7-office.ru/</a:t>
            </a:r>
            <a:endParaRPr lang="ru-RU" dirty="0">
              <a:latin typeface="Bahnschrift Light SemiCondensed" panose="020B0502040204020203" pitchFamily="34" charset="0"/>
            </a:endParaRPr>
          </a:p>
          <a:p>
            <a:endParaRPr lang="ru-RU" dirty="0">
              <a:latin typeface="Bahnschrift Light SemiCondensed" panose="020B0502040204020203" pitchFamily="34" charset="0"/>
            </a:endParaRPr>
          </a:p>
          <a:p>
            <a:r>
              <a:rPr lang="ru-RU" dirty="0">
                <a:latin typeface="Bahnschrift Light SemiCondensed" panose="020B0502040204020203" pitchFamily="34" charset="0"/>
              </a:rPr>
              <a:t>Реестр отечественного ПО: </a:t>
            </a:r>
            <a:r>
              <a:rPr lang="en-US" dirty="0">
                <a:latin typeface="Bahnschrift Light SemiCondensed" panose="020B0502040204020203" pitchFamily="34" charset="0"/>
                <a:hlinkClick r:id="rId7"/>
              </a:rPr>
              <a:t>https://reestr.digital.gov.ru/</a:t>
            </a:r>
            <a:endParaRPr lang="ru-RU" dirty="0">
              <a:latin typeface="Bahnschrift Light SemiCondensed" panose="020B0502040204020203" pitchFamily="34" charset="0"/>
            </a:endParaRPr>
          </a:p>
          <a:p>
            <a:endParaRPr lang="ru-RU" dirty="0"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698392"/>
      </p:ext>
    </p:extLst>
  </p:cSld>
  <p:clrMapOvr>
    <a:masterClrMapping/>
  </p:clrMapOvr>
</p:sld>
</file>

<file path=ppt/theme/theme1.xml><?xml version="1.0" encoding="utf-8"?>
<a:theme xmlns:a="http://schemas.openxmlformats.org/drawingml/2006/main" name="Составная">
  <a:themeElements>
    <a:clrScheme name="Составная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Состав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став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</TotalTime>
  <Words>616</Words>
  <Application>Microsoft Office PowerPoint</Application>
  <PresentationFormat>Экран (16:9)</PresentationFormat>
  <Paragraphs>130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Составная</vt:lpstr>
      <vt:lpstr>Сравнительный анализ офисных пакетов</vt:lpstr>
      <vt:lpstr>Цель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Сравнительный анализ офисных пакетов</dc:title>
  <dc:creator>as7</dc:creator>
  <cp:lastModifiedBy>User</cp:lastModifiedBy>
  <cp:revision>8</cp:revision>
  <dcterms:created xsi:type="dcterms:W3CDTF">2026-09-18T11:25:01Z</dcterms:created>
  <dcterms:modified xsi:type="dcterms:W3CDTF">2026-10-28T09:56:33Z</dcterms:modified>
</cp:coreProperties>
</file>